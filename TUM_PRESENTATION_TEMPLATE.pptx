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722" r:id="rId2"/>
    <p:sldMasterId id="2147483668" r:id="rId3"/>
    <p:sldMasterId id="2147483674" r:id="rId4"/>
    <p:sldMasterId id="2147483648" r:id="rId5"/>
    <p:sldMasterId id="2147483684" r:id="rId6"/>
    <p:sldMasterId id="2147483697" r:id="rId7"/>
  </p:sldMasterIdLst>
  <p:notesMasterIdLst>
    <p:notesMasterId r:id="rId35"/>
  </p:notesMasterIdLst>
  <p:handoutMasterIdLst>
    <p:handoutMasterId r:id="rId36"/>
  </p:handoutMasterIdLst>
  <p:sldIdLst>
    <p:sldId id="424" r:id="rId8"/>
    <p:sldId id="355" r:id="rId9"/>
    <p:sldId id="357" r:id="rId10"/>
    <p:sldId id="425" r:id="rId11"/>
    <p:sldId id="356" r:id="rId12"/>
    <p:sldId id="434" r:id="rId13"/>
    <p:sldId id="435" r:id="rId14"/>
    <p:sldId id="436" r:id="rId15"/>
    <p:sldId id="428" r:id="rId16"/>
    <p:sldId id="429" r:id="rId17"/>
    <p:sldId id="430" r:id="rId18"/>
    <p:sldId id="405" r:id="rId19"/>
    <p:sldId id="432" r:id="rId20"/>
    <p:sldId id="407" r:id="rId21"/>
    <p:sldId id="408" r:id="rId22"/>
    <p:sldId id="411" r:id="rId23"/>
    <p:sldId id="433" r:id="rId24"/>
    <p:sldId id="412" r:id="rId25"/>
    <p:sldId id="414" r:id="rId26"/>
    <p:sldId id="415" r:id="rId27"/>
    <p:sldId id="416" r:id="rId28"/>
    <p:sldId id="417" r:id="rId29"/>
    <p:sldId id="418" r:id="rId30"/>
    <p:sldId id="420" r:id="rId31"/>
    <p:sldId id="419" r:id="rId32"/>
    <p:sldId id="421" r:id="rId33"/>
    <p:sldId id="422" r:id="rId34"/>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CF61DF-608A-4863-8EEB-B13EAF41BFD5}" v="328" dt="2020-10-04T01:50:20.975"/>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05" autoAdjust="0"/>
    <p:restoredTop sz="88272" autoAdjust="0"/>
  </p:normalViewPr>
  <p:slideViewPr>
    <p:cSldViewPr snapToGrid="0">
      <p:cViewPr varScale="1">
        <p:scale>
          <a:sx n="162" d="100"/>
          <a:sy n="162" d="100"/>
        </p:scale>
        <p:origin x="208" y="280"/>
      </p:cViewPr>
      <p:guideLst>
        <p:guide orient="horz" pos="2164"/>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205687896607859"/>
          <c:y val="8.3674965730498266E-3"/>
          <c:w val="0.4620606955380594"/>
          <c:h val="0.94046776541596178"/>
        </c:manualLayout>
      </c:layout>
      <c:barChart>
        <c:barDir val="bar"/>
        <c:grouping val="clustered"/>
        <c:varyColors val="0"/>
        <c:ser>
          <c:idx val="0"/>
          <c:order val="0"/>
          <c:tx>
            <c:strRef>
              <c:f>Tabelle1!$B$1</c:f>
              <c:strCache>
                <c:ptCount val="1"/>
                <c:pt idx="0">
                  <c:v>Datenreihe 1</c:v>
                </c:pt>
              </c:strCache>
            </c:strRef>
          </c:tx>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2C8-4774-8252-57FDEEF9744C}"/>
            </c:ext>
          </c:extLst>
        </c:ser>
        <c:ser>
          <c:idx val="1"/>
          <c:order val="1"/>
          <c:tx>
            <c:strRef>
              <c:f>Tabelle1!$C$1</c:f>
              <c:strCache>
                <c:ptCount val="1"/>
                <c:pt idx="0">
                  <c:v>Datenreihe 2</c:v>
                </c:pt>
              </c:strCache>
            </c:strRef>
          </c:tx>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2C8-4774-8252-57FDEEF9744C}"/>
            </c:ext>
          </c:extLst>
        </c:ser>
        <c:ser>
          <c:idx val="2"/>
          <c:order val="2"/>
          <c:tx>
            <c:strRef>
              <c:f>Tabelle1!$D$1</c:f>
              <c:strCache>
                <c:ptCount val="1"/>
                <c:pt idx="0">
                  <c:v>Datenreihe 3</c:v>
                </c:pt>
              </c:strCache>
            </c:strRef>
          </c:tx>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2C8-4774-8252-57FDEEF9744C}"/>
            </c:ext>
          </c:extLst>
        </c:ser>
        <c:dLbls>
          <c:showLegendKey val="0"/>
          <c:showVal val="0"/>
          <c:showCatName val="0"/>
          <c:showSerName val="0"/>
          <c:showPercent val="0"/>
          <c:showBubbleSize val="0"/>
        </c:dLbls>
        <c:gapWidth val="150"/>
        <c:axId val="55609984"/>
        <c:axId val="55632256"/>
      </c:barChart>
      <c:catAx>
        <c:axId val="55609984"/>
        <c:scaling>
          <c:orientation val="maxMin"/>
        </c:scaling>
        <c:delete val="0"/>
        <c:axPos val="l"/>
        <c:numFmt formatCode="General" sourceLinked="0"/>
        <c:majorTickMark val="out"/>
        <c:minorTickMark val="none"/>
        <c:tickLblPos val="nextTo"/>
        <c:spPr>
          <a:ln>
            <a:noFill/>
          </a:ln>
        </c:spPr>
        <c:txPr>
          <a:bodyPr/>
          <a:lstStyle/>
          <a:p>
            <a:pPr>
              <a:defRPr sz="1200"/>
            </a:pPr>
            <a:endParaRPr lang="en-US"/>
          </a:p>
        </c:txPr>
        <c:crossAx val="55632256"/>
        <c:crosses val="autoZero"/>
        <c:auto val="1"/>
        <c:lblAlgn val="ctr"/>
        <c:lblOffset val="100"/>
        <c:noMultiLvlLbl val="0"/>
      </c:catAx>
      <c:valAx>
        <c:axId val="55632256"/>
        <c:scaling>
          <c:orientation val="minMax"/>
        </c:scaling>
        <c:delete val="1"/>
        <c:axPos val="t"/>
        <c:numFmt formatCode="General" sourceLinked="1"/>
        <c:majorTickMark val="out"/>
        <c:minorTickMark val="none"/>
        <c:tickLblPos val="none"/>
        <c:crossAx val="55609984"/>
        <c:crosses val="autoZero"/>
        <c:crossBetween val="between"/>
      </c:valAx>
      <c:spPr>
        <a:noFill/>
        <a:ln w="25400">
          <a:noFill/>
        </a:ln>
      </c:spPr>
    </c:plotArea>
    <c:legend>
      <c:legendPos val="r"/>
      <c:legendEntry>
        <c:idx val="0"/>
        <c:txPr>
          <a:bodyPr/>
          <a:lstStyle/>
          <a:p>
            <a:pPr>
              <a:defRPr sz="1200"/>
            </a:pPr>
            <a:endParaRPr lang="en-US"/>
          </a:p>
        </c:txPr>
      </c:legendEntry>
      <c:legendEntry>
        <c:idx val="1"/>
        <c:txPr>
          <a:bodyPr/>
          <a:lstStyle/>
          <a:p>
            <a:pPr>
              <a:defRPr sz="1200"/>
            </a:pPr>
            <a:endParaRPr lang="en-US"/>
          </a:p>
        </c:txPr>
      </c:legendEntry>
      <c:legendEntry>
        <c:idx val="2"/>
        <c:txPr>
          <a:bodyPr/>
          <a:lstStyle/>
          <a:p>
            <a:pPr>
              <a:defRPr sz="1200"/>
            </a:pPr>
            <a:endParaRPr lang="en-US"/>
          </a:p>
        </c:txPr>
      </c:legendEntry>
      <c:layout>
        <c:manualLayout>
          <c:xMode val="edge"/>
          <c:yMode val="edge"/>
          <c:x val="0.80149253731343284"/>
          <c:y val="0.52835304493820856"/>
          <c:w val="0.17581008344106258"/>
          <c:h val="0.39444292135547893"/>
        </c:manualLayout>
      </c:layout>
      <c:overlay val="0"/>
    </c:legend>
    <c:plotVisOnly val="1"/>
    <c:dispBlanksAs val="gap"/>
    <c:showDLblsOverMax val="0"/>
  </c:chart>
  <c:txPr>
    <a:bodyPr/>
    <a:lstStyle/>
    <a:p>
      <a:pPr>
        <a:defRPr sz="16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296584438243166E-2"/>
          <c:y val="4.8713577469482974E-2"/>
          <c:w val="0.72089832193327852"/>
          <c:h val="0.71127185070697474"/>
        </c:manualLayout>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E59-49E9-803D-8496346D7514}"/>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E59-49E9-803D-8496346D7514}"/>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E59-49E9-803D-8496346D7514}"/>
            </c:ext>
          </c:extLst>
        </c:ser>
        <c:dLbls>
          <c:showLegendKey val="0"/>
          <c:showVal val="0"/>
          <c:showCatName val="0"/>
          <c:showSerName val="0"/>
          <c:showPercent val="0"/>
          <c:showBubbleSize val="0"/>
        </c:dLbls>
        <c:gapWidth val="219"/>
        <c:overlap val="-27"/>
        <c:axId val="55849728"/>
        <c:axId val="55851264"/>
      </c:barChart>
      <c:catAx>
        <c:axId val="55849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55851264"/>
        <c:crosses val="autoZero"/>
        <c:auto val="1"/>
        <c:lblAlgn val="ctr"/>
        <c:lblOffset val="100"/>
        <c:noMultiLvlLbl val="0"/>
      </c:catAx>
      <c:valAx>
        <c:axId val="55851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849728"/>
        <c:crosses val="autoZero"/>
        <c:crossBetween val="between"/>
      </c:valAx>
      <c:spPr>
        <a:noFill/>
        <a:ln>
          <a:noFill/>
        </a:ln>
        <a:effectLst/>
      </c:spPr>
    </c:plotArea>
    <c:legend>
      <c:legendPos val="b"/>
      <c:layout>
        <c:manualLayout>
          <c:xMode val="edge"/>
          <c:yMode val="edge"/>
          <c:x val="0.8154296124150936"/>
          <c:y val="0.49854001583135465"/>
          <c:w val="0.17871519121995594"/>
          <c:h val="0.29683382888669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25/07/2026</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25/07/2026</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2</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3DC659F7-0024-9FCB-D753-C693EDA7779B}"/>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3981830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85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2" name="Textfeld 10">
            <a:extLst>
              <a:ext uri="{FF2B5EF4-FFF2-40B4-BE49-F238E27FC236}">
                <a16:creationId xmlns:a16="http://schemas.microsoft.com/office/drawing/2014/main" id="{154976A3-D458-EBF9-B242-F3440F1111AF}"/>
              </a:ext>
            </a:extLst>
          </p:cNvPr>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bg1"/>
                </a:solidFill>
                <a:latin typeface="+mn-lt"/>
              </a:rPr>
              <a:t>Chair of High-Power Converter Systems</a:t>
            </a:r>
            <a:endParaRPr lang="de-DE" sz="800" kern="1200" dirty="0">
              <a:solidFill>
                <a:schemeClr val="bg1"/>
              </a:solidFill>
              <a:latin typeface="+mn-lt"/>
              <a:ea typeface="+mn-ea"/>
              <a:cs typeface="Arial" charset="0"/>
            </a:endParaRPr>
          </a:p>
          <a:p>
            <a:pPr>
              <a:lnSpc>
                <a:spcPts val="900"/>
              </a:lnSpc>
            </a:pPr>
            <a:r>
              <a:rPr lang="en-US" sz="800" kern="1200" dirty="0">
                <a:solidFill>
                  <a:schemeClr val="bg1"/>
                </a:solidFill>
                <a:latin typeface="+mn-lt"/>
                <a:ea typeface="+mn-ea"/>
                <a:cs typeface="Arial" charset="0"/>
              </a:rPr>
              <a:t>TUM School of Engineering and Design</a:t>
            </a:r>
            <a:endParaRPr lang="de-DE" sz="800" kern="1200" dirty="0">
              <a:solidFill>
                <a:schemeClr val="bg1"/>
              </a:solidFill>
              <a:latin typeface="+mn-lt"/>
              <a:ea typeface="+mn-ea"/>
              <a:cs typeface="Arial" charset="0"/>
            </a:endParaRPr>
          </a:p>
          <a:p>
            <a:pPr>
              <a:lnSpc>
                <a:spcPts val="900"/>
              </a:lnSpc>
            </a:pPr>
            <a:r>
              <a:rPr lang="de-DE" sz="800" baseline="0" dirty="0">
                <a:solidFill>
                  <a:schemeClr val="bg1"/>
                </a:solidFill>
                <a:latin typeface="+mn-lt"/>
              </a:rPr>
              <a:t>Technical University of Munich</a:t>
            </a:r>
            <a:endParaRPr lang="de-DE" sz="800" dirty="0">
              <a:solidFill>
                <a:schemeClr val="bg1"/>
              </a:solidFill>
              <a:latin typeface="+mn-lt"/>
            </a:endParaRPr>
          </a:p>
        </p:txBody>
      </p:sp>
    </p:spTree>
    <p:extLst>
      <p:ext uri="{BB962C8B-B14F-4D97-AF65-F5344CB8AC3E}">
        <p14:creationId xmlns:p14="http://schemas.microsoft.com/office/powerpoint/2010/main" val="139041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186CB456-4823-F0CE-7635-2DF9E971C75F}"/>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66042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9" name="Titel 1">
            <a:extLst>
              <a:ext uri="{FF2B5EF4-FFF2-40B4-BE49-F238E27FC236}">
                <a16:creationId xmlns:a16="http://schemas.microsoft.com/office/drawing/2014/main" id="{05AABF3B-2112-4303-BACC-C389E81E7384}"/>
              </a:ext>
            </a:extLst>
          </p:cNvPr>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Tree>
    <p:extLst>
      <p:ext uri="{BB962C8B-B14F-4D97-AF65-F5344CB8AC3E}">
        <p14:creationId xmlns:p14="http://schemas.microsoft.com/office/powerpoint/2010/main" val="1718550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30726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66090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1161"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273115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855147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440305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E9EB89DB-0FCB-44DF-1F96-9A2EDDD7D265}"/>
              </a:ext>
            </a:extLst>
          </p:cNvPr>
          <p:cNvSpPr>
            <a:spLocks noGrp="1"/>
          </p:cNvSpPr>
          <p:nvPr>
            <p:ph type="body" sz="quarter" idx="18"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006846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9AEF4677-339F-8CA2-B0ED-473D9EA817FC}"/>
              </a:ext>
            </a:extLst>
          </p:cNvPr>
          <p:cNvSpPr>
            <a:spLocks noGrp="1"/>
          </p:cNvSpPr>
          <p:nvPr>
            <p:ph type="body" sz="quarter" idx="19"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1045657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B396E02D-F2E0-1B1F-A258-256C442E5359}"/>
              </a:ext>
            </a:extLst>
          </p:cNvPr>
          <p:cNvSpPr>
            <a:spLocks noGrp="1"/>
          </p:cNvSpPr>
          <p:nvPr>
            <p:ph type="body" sz="quarter" idx="20"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1771076"/>
            <a:ext cx="9144000" cy="337242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70290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5FE9A9B3-89BF-F3DC-FA80-DEDD36A47285}"/>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61121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2878373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4.emf"/><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1.w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theme" Target="../theme/theme5.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6.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7.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4"/>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966230"/>
      </p:ext>
    </p:extLst>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4"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5"/>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 id="2147483724"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4"/>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tx2"/>
                </a:solidFill>
                <a:latin typeface="+mn-lt"/>
              </a:rPr>
              <a:t>Chair of High-Power Converter Systems</a:t>
            </a:r>
            <a:endParaRPr lang="de-DE" sz="800" kern="1200" dirty="0">
              <a:solidFill>
                <a:schemeClr val="tx2"/>
              </a:solidFill>
              <a:latin typeface="+mn-lt"/>
              <a:ea typeface="+mn-ea"/>
              <a:cs typeface="Arial" charset="0"/>
            </a:endParaRPr>
          </a:p>
          <a:p>
            <a:pPr>
              <a:lnSpc>
                <a:spcPts val="900"/>
              </a:lnSpc>
            </a:pPr>
            <a:r>
              <a:rPr lang="en-US" sz="800" kern="1200" dirty="0">
                <a:solidFill>
                  <a:schemeClr val="tx2"/>
                </a:solidFill>
                <a:latin typeface="+mn-lt"/>
                <a:ea typeface="+mn-ea"/>
                <a:cs typeface="Arial" charset="0"/>
              </a:rPr>
              <a:t>TUM School of Engineering and Design</a:t>
            </a:r>
            <a:endParaRPr lang="de-DE" sz="800" kern="1200" dirty="0">
              <a:solidFill>
                <a:schemeClr val="tx2"/>
              </a:solidFill>
              <a:latin typeface="+mn-lt"/>
              <a:ea typeface="+mn-ea"/>
              <a:cs typeface="Arial" charset="0"/>
            </a:endParaRPr>
          </a:p>
          <a:p>
            <a:pPr>
              <a:lnSpc>
                <a:spcPts val="900"/>
              </a:lnSpc>
            </a:pPr>
            <a:r>
              <a:rPr lang="de-DE" sz="800" baseline="0" dirty="0">
                <a:solidFill>
                  <a:schemeClr val="tx2"/>
                </a:solidFill>
                <a:latin typeface="+mn-lt"/>
              </a:rPr>
              <a:t>Technical University of Munich</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2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16" r:id="rId3"/>
    <p:sldLayoutId id="2147483704" r:id="rId4"/>
    <p:sldLayoutId id="2147483714" r:id="rId5"/>
    <p:sldLayoutId id="2147483713" r:id="rId6"/>
    <p:sldLayoutId id="2147483712" r:id="rId7"/>
    <p:sldLayoutId id="2147483715" r:id="rId8"/>
    <p:sldLayoutId id="2147483657" r:id="rId9"/>
    <p:sldLayoutId id="2147483717" r:id="rId10"/>
    <p:sldLayoutId id="2147483711" r:id="rId11"/>
    <p:sldLayoutId id="2147483718" r:id="rId12"/>
    <p:sldLayoutId id="2147483703" r:id="rId13"/>
    <p:sldLayoutId id="2147483719" r:id="rId14"/>
    <p:sldLayoutId id="2147483653" r:id="rId15"/>
    <p:sldLayoutId id="2147483721" r:id="rId16"/>
    <p:sldLayoutId id="2147483656" r:id="rId17"/>
    <p:sldLayoutId id="2147483720" r:id="rId1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8B39F-ACCB-FE86-2BFE-3A1E77DA268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79E595D-041C-B25A-2A49-280F3AC1F9C7}"/>
              </a:ext>
            </a:extLst>
          </p:cNvPr>
          <p:cNvSpPr>
            <a:spLocks noGrp="1"/>
          </p:cNvSpPr>
          <p:nvPr>
            <p:ph idx="10"/>
          </p:nvPr>
        </p:nvSpPr>
        <p:spPr/>
        <p:txBody>
          <a:bodyPr/>
          <a:lstStyle/>
          <a:p>
            <a:endParaRPr lang="en-GB" dirty="0"/>
          </a:p>
        </p:txBody>
      </p:sp>
    </p:spTree>
    <p:extLst>
      <p:ext uri="{BB962C8B-B14F-4D97-AF65-F5344CB8AC3E}">
        <p14:creationId xmlns:p14="http://schemas.microsoft.com/office/powerpoint/2010/main" val="1088459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4975215" y="1476375"/>
            <a:ext cx="3819542" cy="3333750"/>
          </a:xfrm>
          <a:prstGeom prst="rect">
            <a:avLst/>
          </a:prstGeom>
        </p:spPr>
      </p:pic>
      <p:sp>
        <p:nvSpPr>
          <p:cNvPr id="5" name="Titel 4"/>
          <p:cNvSpPr>
            <a:spLocks noGrp="1"/>
          </p:cNvSpPr>
          <p:nvPr>
            <p:ph type="title"/>
          </p:nvPr>
        </p:nvSpPr>
        <p:spPr/>
        <p:txBody>
          <a:bodyPr/>
          <a:lstStyle/>
          <a:p>
            <a:endParaRPr lang="de-DE" dirty="0"/>
          </a:p>
        </p:txBody>
      </p:sp>
      <p:sp>
        <p:nvSpPr>
          <p:cNvPr id="3" name="Inhaltsplatzhalter 2"/>
          <p:cNvSpPr>
            <a:spLocks noGrp="1"/>
          </p:cNvSpPr>
          <p:nvPr>
            <p:ph idx="10"/>
          </p:nvPr>
        </p:nvSpPr>
        <p:spPr>
          <a:xfrm>
            <a:off x="319088" y="1484040"/>
            <a:ext cx="8508999" cy="1716360"/>
          </a:xfrm>
        </p:spPr>
        <p:txBody>
          <a:bodyPr/>
          <a:lstStyle/>
          <a:p>
            <a:r>
              <a:rPr lang="de-DE" dirty="0"/>
              <a:t>Referent</a:t>
            </a:r>
          </a:p>
          <a:p>
            <a:r>
              <a:rPr lang="de-DE" dirty="0"/>
              <a:t>Technische Universität München</a:t>
            </a:r>
          </a:p>
          <a:p>
            <a:r>
              <a:rPr lang="de-DE" dirty="0"/>
              <a:t>Fakultät für Musterverfahren</a:t>
            </a:r>
          </a:p>
          <a:p>
            <a:r>
              <a:rPr lang="de-DE" dirty="0"/>
              <a:t>Lehrstuhl für Mustertechnik</a:t>
            </a:r>
          </a:p>
          <a:p>
            <a:r>
              <a:rPr lang="de-DE" dirty="0"/>
              <a:t>Ort, Datum (Schreibweise: 01. Oktober 2022)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endParaRPr lang="de-DE" dirty="0"/>
          </a:p>
        </p:txBody>
      </p:sp>
      <p:sp>
        <p:nvSpPr>
          <p:cNvPr id="3" name="Inhaltsplatzhalter 2"/>
          <p:cNvSpPr>
            <a:spLocks noGrp="1"/>
          </p:cNvSpPr>
          <p:nvPr>
            <p:ph idx="10"/>
          </p:nvPr>
        </p:nvSpPr>
        <p:spPr/>
        <p:txBody>
          <a:bodyPr/>
          <a:lstStyle/>
          <a:p>
            <a:r>
              <a:rPr lang="de-DE" dirty="0"/>
              <a:t>Referent</a:t>
            </a:r>
          </a:p>
          <a:p>
            <a:r>
              <a:rPr lang="de-DE" dirty="0"/>
              <a:t>München, 01. Oktober 2022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E54AC-9E1D-30D1-9740-928B4C5AD02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2BAFEFA-78D5-E71A-BCE9-F496F186A9C1}"/>
              </a:ext>
            </a:extLst>
          </p:cNvPr>
          <p:cNvSpPr>
            <a:spLocks noGrp="1"/>
          </p:cNvSpPr>
          <p:nvPr>
            <p:ph idx="10"/>
          </p:nvPr>
        </p:nvSpPr>
        <p:spPr/>
        <p:txBody>
          <a:bodyPr/>
          <a:lstStyle/>
          <a:p>
            <a:endParaRPr lang="en-GB"/>
          </a:p>
        </p:txBody>
      </p:sp>
    </p:spTree>
    <p:extLst>
      <p:ext uri="{BB962C8B-B14F-4D97-AF65-F5344CB8AC3E}">
        <p14:creationId xmlns:p14="http://schemas.microsoft.com/office/powerpoint/2010/main" val="3023885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p:cNvSpPr>
            <a:spLocks noGrp="1"/>
          </p:cNvSpPr>
          <p:nvPr>
            <p:ph type="title"/>
          </p:nvPr>
        </p:nvSpPr>
        <p:spPr/>
        <p:txBody>
          <a:bodyPr/>
          <a:lstStyle/>
          <a:p>
            <a:endParaRPr lang="de-DE" dirty="0"/>
          </a:p>
        </p:txBody>
      </p:sp>
      <p:sp>
        <p:nvSpPr>
          <p:cNvPr id="3" name="Inhaltsplatzhalter 2"/>
          <p:cNvSpPr>
            <a:spLocks noGrp="1"/>
          </p:cNvSpPr>
          <p:nvPr>
            <p:ph idx="10"/>
          </p:nvPr>
        </p:nvSpPr>
        <p:spPr/>
        <p:txBody>
          <a:bodyPr/>
          <a:lstStyle/>
          <a:p>
            <a:r>
              <a:rPr lang="de-DE" dirty="0"/>
              <a:t>Referent</a:t>
            </a:r>
          </a:p>
          <a:p>
            <a:r>
              <a:rPr lang="de-DE" dirty="0"/>
              <a:t>München, 01. Oktober 2022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5413F38-3019-3323-82EE-58FC9F0FABCC}"/>
              </a:ext>
            </a:extLst>
          </p:cNvPr>
          <p:cNvPicPr>
            <a:picLocks noGrp="1" noChangeAspect="1"/>
          </p:cNvPicPr>
          <p:nvPr>
            <p:ph idx="1"/>
          </p:nvPr>
        </p:nvPicPr>
        <p:blipFill>
          <a:blip r:embed="rId2"/>
          <a:stretch>
            <a:fillRect/>
          </a:stretch>
        </p:blipFill>
        <p:spPr>
          <a:xfrm>
            <a:off x="311161" y="1247775"/>
            <a:ext cx="5533983" cy="3463925"/>
          </a:xfrm>
        </p:spPr>
      </p:pic>
      <p:sp>
        <p:nvSpPr>
          <p:cNvPr id="3" name="Slide Number Placeholder 2">
            <a:extLst>
              <a:ext uri="{FF2B5EF4-FFF2-40B4-BE49-F238E27FC236}">
                <a16:creationId xmlns:a16="http://schemas.microsoft.com/office/drawing/2014/main" id="{9A1C671F-088B-4F08-0C51-94E1FA1D7E28}"/>
              </a:ext>
            </a:extLst>
          </p:cNvPr>
          <p:cNvSpPr>
            <a:spLocks noGrp="1"/>
          </p:cNvSpPr>
          <p:nvPr>
            <p:ph type="sldNum" sz="quarter" idx="11"/>
          </p:nvPr>
        </p:nvSpPr>
        <p:spPr/>
        <p:txBody>
          <a:bodyPr/>
          <a:lstStyle/>
          <a:p>
            <a:fld id="{CE58CB1E-F828-4F11-99E0-327109AF9DA4}" type="slidenum">
              <a:rPr lang="de-DE" smtClean="0"/>
              <a:pPr/>
              <a:t>6</a:t>
            </a:fld>
            <a:endParaRPr lang="de-DE" dirty="0"/>
          </a:p>
        </p:txBody>
      </p:sp>
      <p:sp>
        <p:nvSpPr>
          <p:cNvPr id="4" name="Footer Placeholder 3">
            <a:extLst>
              <a:ext uri="{FF2B5EF4-FFF2-40B4-BE49-F238E27FC236}">
                <a16:creationId xmlns:a16="http://schemas.microsoft.com/office/drawing/2014/main" id="{36C748A0-D995-9299-26DF-9A49BA45D3CB}"/>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9C82F97E-2C12-487B-15E7-BE818B45842B}"/>
              </a:ext>
            </a:extLst>
          </p:cNvPr>
          <p:cNvSpPr>
            <a:spLocks noGrp="1"/>
          </p:cNvSpPr>
          <p:nvPr>
            <p:ph type="title"/>
          </p:nvPr>
        </p:nvSpPr>
        <p:spPr/>
        <p:txBody>
          <a:bodyPr/>
          <a:lstStyle/>
          <a:p>
            <a:r>
              <a:rPr lang="en-GB" dirty="0"/>
              <a:t>Title Page</a:t>
            </a:r>
          </a:p>
        </p:txBody>
      </p:sp>
      <p:sp>
        <p:nvSpPr>
          <p:cNvPr id="8" name="Text Placeholder 7">
            <a:extLst>
              <a:ext uri="{FF2B5EF4-FFF2-40B4-BE49-F238E27FC236}">
                <a16:creationId xmlns:a16="http://schemas.microsoft.com/office/drawing/2014/main" id="{C469C351-F14C-0066-1797-2711E3EB3619}"/>
              </a:ext>
            </a:extLst>
          </p:cNvPr>
          <p:cNvSpPr>
            <a:spLocks noGrp="1"/>
          </p:cNvSpPr>
          <p:nvPr>
            <p:ph type="body" sz="quarter" idx="14"/>
          </p:nvPr>
        </p:nvSpPr>
        <p:spPr/>
        <p:txBody>
          <a:bodyPr/>
          <a:lstStyle/>
          <a:p>
            <a:r>
              <a:rPr lang="en-GB" dirty="0"/>
              <a:t>Different Layouts for Title Page</a:t>
            </a:r>
          </a:p>
        </p:txBody>
      </p:sp>
      <p:sp>
        <p:nvSpPr>
          <p:cNvPr id="9" name="Rectangle 8">
            <a:extLst>
              <a:ext uri="{FF2B5EF4-FFF2-40B4-BE49-F238E27FC236}">
                <a16:creationId xmlns:a16="http://schemas.microsoft.com/office/drawing/2014/main" id="{1225F2B6-D59A-FE59-93FE-F5C936170F1A}"/>
              </a:ext>
            </a:extLst>
          </p:cNvPr>
          <p:cNvSpPr/>
          <p:nvPr/>
        </p:nvSpPr>
        <p:spPr>
          <a:xfrm>
            <a:off x="1305560" y="1899920"/>
            <a:ext cx="4429760" cy="288036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
        <p:nvSpPr>
          <p:cNvPr id="10" name="Rectangle 9">
            <a:extLst>
              <a:ext uri="{FF2B5EF4-FFF2-40B4-BE49-F238E27FC236}">
                <a16:creationId xmlns:a16="http://schemas.microsoft.com/office/drawing/2014/main" id="{FDD72D1C-43B4-1963-2F5E-465B38955C4D}"/>
              </a:ext>
            </a:extLst>
          </p:cNvPr>
          <p:cNvSpPr/>
          <p:nvPr/>
        </p:nvSpPr>
        <p:spPr>
          <a:xfrm>
            <a:off x="1295780" y="1437613"/>
            <a:ext cx="259161" cy="42807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Tree>
    <p:extLst>
      <p:ext uri="{BB962C8B-B14F-4D97-AF65-F5344CB8AC3E}">
        <p14:creationId xmlns:p14="http://schemas.microsoft.com/office/powerpoint/2010/main" val="3781052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94C05D8-B816-5B3A-D61A-E22AEAD0EF2A}"/>
              </a:ext>
            </a:extLst>
          </p:cNvPr>
          <p:cNvSpPr>
            <a:spLocks noGrp="1"/>
          </p:cNvSpPr>
          <p:nvPr>
            <p:ph type="sldNum" sz="quarter" idx="11"/>
          </p:nvPr>
        </p:nvSpPr>
        <p:spPr/>
        <p:txBody>
          <a:bodyPr/>
          <a:lstStyle/>
          <a:p>
            <a:fld id="{CE58CB1E-F828-4F11-99E0-327109AF9DA4}" type="slidenum">
              <a:rPr lang="de-DE" smtClean="0"/>
              <a:pPr/>
              <a:t>7</a:t>
            </a:fld>
            <a:endParaRPr lang="de-DE" dirty="0"/>
          </a:p>
        </p:txBody>
      </p:sp>
      <p:sp>
        <p:nvSpPr>
          <p:cNvPr id="4" name="Footer Placeholder 3">
            <a:extLst>
              <a:ext uri="{FF2B5EF4-FFF2-40B4-BE49-F238E27FC236}">
                <a16:creationId xmlns:a16="http://schemas.microsoft.com/office/drawing/2014/main" id="{5D68B321-9AF6-FDE6-D4A8-4655F1466DF4}"/>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951C4ED6-3500-CC80-9CE6-4DF9B63BF13E}"/>
              </a:ext>
            </a:extLst>
          </p:cNvPr>
          <p:cNvSpPr>
            <a:spLocks noGrp="1"/>
          </p:cNvSpPr>
          <p:nvPr>
            <p:ph type="title"/>
          </p:nvPr>
        </p:nvSpPr>
        <p:spPr/>
        <p:txBody>
          <a:bodyPr/>
          <a:lstStyle/>
          <a:p>
            <a:r>
              <a:rPr lang="en-GB" dirty="0"/>
              <a:t>Contents</a:t>
            </a:r>
          </a:p>
        </p:txBody>
      </p:sp>
      <p:sp>
        <p:nvSpPr>
          <p:cNvPr id="6" name="Text Placeholder 5">
            <a:extLst>
              <a:ext uri="{FF2B5EF4-FFF2-40B4-BE49-F238E27FC236}">
                <a16:creationId xmlns:a16="http://schemas.microsoft.com/office/drawing/2014/main" id="{42CBCFC5-18AC-68ED-FE46-318B784CE4FE}"/>
              </a:ext>
            </a:extLst>
          </p:cNvPr>
          <p:cNvSpPr>
            <a:spLocks noGrp="1"/>
          </p:cNvSpPr>
          <p:nvPr>
            <p:ph type="body" sz="quarter" idx="14"/>
          </p:nvPr>
        </p:nvSpPr>
        <p:spPr/>
        <p:txBody>
          <a:bodyPr/>
          <a:lstStyle/>
          <a:p>
            <a:r>
              <a:rPr lang="en-GB" dirty="0"/>
              <a:t>Different Layouts for Contents</a:t>
            </a:r>
          </a:p>
          <a:p>
            <a:endParaRPr lang="en-GB" dirty="0"/>
          </a:p>
        </p:txBody>
      </p:sp>
      <p:pic>
        <p:nvPicPr>
          <p:cNvPr id="8" name="Picture 7">
            <a:extLst>
              <a:ext uri="{FF2B5EF4-FFF2-40B4-BE49-F238E27FC236}">
                <a16:creationId xmlns:a16="http://schemas.microsoft.com/office/drawing/2014/main" id="{8C45793A-BCFD-29D4-F633-2BB4801BE13C}"/>
              </a:ext>
            </a:extLst>
          </p:cNvPr>
          <p:cNvPicPr>
            <a:picLocks noChangeAspect="1"/>
          </p:cNvPicPr>
          <p:nvPr/>
        </p:nvPicPr>
        <p:blipFill>
          <a:blip r:embed="rId2"/>
          <a:stretch>
            <a:fillRect/>
          </a:stretch>
        </p:blipFill>
        <p:spPr>
          <a:xfrm>
            <a:off x="311161" y="1240545"/>
            <a:ext cx="8136693" cy="3465627"/>
          </a:xfrm>
          <a:prstGeom prst="rect">
            <a:avLst/>
          </a:prstGeom>
        </p:spPr>
      </p:pic>
      <p:sp>
        <p:nvSpPr>
          <p:cNvPr id="9" name="Rectangle 8">
            <a:extLst>
              <a:ext uri="{FF2B5EF4-FFF2-40B4-BE49-F238E27FC236}">
                <a16:creationId xmlns:a16="http://schemas.microsoft.com/office/drawing/2014/main" id="{A4D18654-E9D3-B68A-8929-ADA33058C30C}"/>
              </a:ext>
            </a:extLst>
          </p:cNvPr>
          <p:cNvSpPr/>
          <p:nvPr/>
        </p:nvSpPr>
        <p:spPr>
          <a:xfrm>
            <a:off x="1853222" y="2111547"/>
            <a:ext cx="6068318" cy="248490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
        <p:nvSpPr>
          <p:cNvPr id="10" name="Rectangle 9">
            <a:extLst>
              <a:ext uri="{FF2B5EF4-FFF2-40B4-BE49-F238E27FC236}">
                <a16:creationId xmlns:a16="http://schemas.microsoft.com/office/drawing/2014/main" id="{4A082B88-9431-66F3-3075-292F3692B4ED}"/>
              </a:ext>
            </a:extLst>
          </p:cNvPr>
          <p:cNvSpPr/>
          <p:nvPr/>
        </p:nvSpPr>
        <p:spPr>
          <a:xfrm>
            <a:off x="1853222" y="1545272"/>
            <a:ext cx="273858" cy="51824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Tree>
    <p:extLst>
      <p:ext uri="{BB962C8B-B14F-4D97-AF65-F5344CB8AC3E}">
        <p14:creationId xmlns:p14="http://schemas.microsoft.com/office/powerpoint/2010/main" val="619790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E77FBC3-95C0-517E-2E6A-11E86BCD24CB}"/>
              </a:ext>
            </a:extLst>
          </p:cNvPr>
          <p:cNvPicPr>
            <a:picLocks noGrp="1" noChangeAspect="1"/>
          </p:cNvPicPr>
          <p:nvPr>
            <p:ph idx="1"/>
          </p:nvPr>
        </p:nvPicPr>
        <p:blipFill>
          <a:blip r:embed="rId2"/>
          <a:stretch>
            <a:fillRect/>
          </a:stretch>
        </p:blipFill>
        <p:spPr>
          <a:xfrm>
            <a:off x="306534" y="1222375"/>
            <a:ext cx="6686243" cy="3463925"/>
          </a:xfrm>
        </p:spPr>
      </p:pic>
      <p:sp>
        <p:nvSpPr>
          <p:cNvPr id="3" name="Slide Number Placeholder 2">
            <a:extLst>
              <a:ext uri="{FF2B5EF4-FFF2-40B4-BE49-F238E27FC236}">
                <a16:creationId xmlns:a16="http://schemas.microsoft.com/office/drawing/2014/main" id="{0257FA50-415B-4018-E60E-606CC58DF187}"/>
              </a:ext>
            </a:extLst>
          </p:cNvPr>
          <p:cNvSpPr>
            <a:spLocks noGrp="1"/>
          </p:cNvSpPr>
          <p:nvPr>
            <p:ph type="sldNum" sz="quarter" idx="11"/>
          </p:nvPr>
        </p:nvSpPr>
        <p:spPr/>
        <p:txBody>
          <a:bodyPr/>
          <a:lstStyle/>
          <a:p>
            <a:fld id="{CE58CB1E-F828-4F11-99E0-327109AF9DA4}" type="slidenum">
              <a:rPr lang="de-DE" smtClean="0"/>
              <a:pPr/>
              <a:t>8</a:t>
            </a:fld>
            <a:endParaRPr lang="de-DE" dirty="0"/>
          </a:p>
        </p:txBody>
      </p:sp>
      <p:sp>
        <p:nvSpPr>
          <p:cNvPr id="4" name="Footer Placeholder 3">
            <a:extLst>
              <a:ext uri="{FF2B5EF4-FFF2-40B4-BE49-F238E27FC236}">
                <a16:creationId xmlns:a16="http://schemas.microsoft.com/office/drawing/2014/main" id="{928687C7-C45E-D926-E804-568BC358837B}"/>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C6860091-D945-DC22-CFCD-10318D3F202E}"/>
              </a:ext>
            </a:extLst>
          </p:cNvPr>
          <p:cNvSpPr>
            <a:spLocks noGrp="1"/>
          </p:cNvSpPr>
          <p:nvPr>
            <p:ph type="title"/>
          </p:nvPr>
        </p:nvSpPr>
        <p:spPr/>
        <p:txBody>
          <a:bodyPr/>
          <a:lstStyle/>
          <a:p>
            <a:r>
              <a:rPr lang="en-GB" dirty="0"/>
              <a:t>Slide Master</a:t>
            </a:r>
          </a:p>
        </p:txBody>
      </p:sp>
      <p:sp>
        <p:nvSpPr>
          <p:cNvPr id="6" name="Text Placeholder 5">
            <a:extLst>
              <a:ext uri="{FF2B5EF4-FFF2-40B4-BE49-F238E27FC236}">
                <a16:creationId xmlns:a16="http://schemas.microsoft.com/office/drawing/2014/main" id="{3561ADD2-2A69-3E8A-4B9F-A9F6B3F38BC9}"/>
              </a:ext>
            </a:extLst>
          </p:cNvPr>
          <p:cNvSpPr>
            <a:spLocks noGrp="1"/>
          </p:cNvSpPr>
          <p:nvPr>
            <p:ph type="body" sz="quarter" idx="14"/>
          </p:nvPr>
        </p:nvSpPr>
        <p:spPr/>
        <p:txBody>
          <a:bodyPr/>
          <a:lstStyle/>
          <a:p>
            <a:r>
              <a:rPr lang="en-GB" dirty="0"/>
              <a:t>Edit Layout in Slide Master when necessary</a:t>
            </a:r>
          </a:p>
        </p:txBody>
      </p:sp>
      <p:sp>
        <p:nvSpPr>
          <p:cNvPr id="9" name="Rectangle 8">
            <a:extLst>
              <a:ext uri="{FF2B5EF4-FFF2-40B4-BE49-F238E27FC236}">
                <a16:creationId xmlns:a16="http://schemas.microsoft.com/office/drawing/2014/main" id="{B60638DE-CCD5-B2AE-8BDC-60A6CF339E54}"/>
              </a:ext>
            </a:extLst>
          </p:cNvPr>
          <p:cNvSpPr/>
          <p:nvPr/>
        </p:nvSpPr>
        <p:spPr>
          <a:xfrm>
            <a:off x="2058010" y="1222375"/>
            <a:ext cx="227990" cy="8731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
        <p:nvSpPr>
          <p:cNvPr id="10" name="Rectangle 9">
            <a:extLst>
              <a:ext uri="{FF2B5EF4-FFF2-40B4-BE49-F238E27FC236}">
                <a16:creationId xmlns:a16="http://schemas.microsoft.com/office/drawing/2014/main" id="{FB556C43-47A1-4B57-FFB8-6D5AEA675CD3}"/>
              </a:ext>
            </a:extLst>
          </p:cNvPr>
          <p:cNvSpPr/>
          <p:nvPr/>
        </p:nvSpPr>
        <p:spPr>
          <a:xfrm>
            <a:off x="306534" y="1309688"/>
            <a:ext cx="3046266" cy="34925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
        <p:nvSpPr>
          <p:cNvPr id="11" name="Rectangle 10">
            <a:extLst>
              <a:ext uri="{FF2B5EF4-FFF2-40B4-BE49-F238E27FC236}">
                <a16:creationId xmlns:a16="http://schemas.microsoft.com/office/drawing/2014/main" id="{E830942D-8DF0-C68B-C715-C3FA383DB9FB}"/>
              </a:ext>
            </a:extLst>
          </p:cNvPr>
          <p:cNvSpPr/>
          <p:nvPr/>
        </p:nvSpPr>
        <p:spPr>
          <a:xfrm>
            <a:off x="306535" y="1783966"/>
            <a:ext cx="845990" cy="2902334"/>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Tree>
    <p:extLst>
      <p:ext uri="{BB962C8B-B14F-4D97-AF65-F5344CB8AC3E}">
        <p14:creationId xmlns:p14="http://schemas.microsoft.com/office/powerpoint/2010/main" val="4251683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A566EB-C443-3101-4921-7DFA94B1EC34}"/>
              </a:ext>
            </a:extLst>
          </p:cNvPr>
          <p:cNvSpPr>
            <a:spLocks noGrp="1"/>
          </p:cNvSpPr>
          <p:nvPr>
            <p:ph idx="1"/>
          </p:nvPr>
        </p:nvSpPr>
        <p:spPr/>
        <p:txBody>
          <a:bodyPr/>
          <a:lstStyle/>
          <a:p>
            <a:r>
              <a:rPr lang="de-DE" dirty="0"/>
              <a:t>Dieser Folienmaster gilt bei offiziellen Präsentationen im Rahmen der TUM.</a:t>
            </a:r>
            <a:br>
              <a:rPr lang="de-DE" dirty="0"/>
            </a:br>
            <a:r>
              <a:rPr lang="de-DE" dirty="0"/>
              <a:t>Es ist darauf zu achten, dass wir uns in einem durchgängigen Layout präsentieren.</a:t>
            </a:r>
          </a:p>
          <a:p>
            <a:endParaRPr lang="de-DE" dirty="0"/>
          </a:p>
          <a:p>
            <a:r>
              <a:rPr lang="de-DE" dirty="0"/>
              <a:t>Abweichungen vom vorgegebenen Layout bitte auf ein Minimum reduzieren.</a:t>
            </a:r>
          </a:p>
          <a:p>
            <a:endParaRPr lang="en-US" dirty="0"/>
          </a:p>
          <a:p>
            <a:endParaRPr lang="en-GB" dirty="0"/>
          </a:p>
        </p:txBody>
      </p:sp>
      <p:sp>
        <p:nvSpPr>
          <p:cNvPr id="3" name="Slide Number Placeholder 2">
            <a:extLst>
              <a:ext uri="{FF2B5EF4-FFF2-40B4-BE49-F238E27FC236}">
                <a16:creationId xmlns:a16="http://schemas.microsoft.com/office/drawing/2014/main" id="{C128B705-BBAA-3154-BFE2-8BA2ECE53970}"/>
              </a:ext>
            </a:extLst>
          </p:cNvPr>
          <p:cNvSpPr>
            <a:spLocks noGrp="1"/>
          </p:cNvSpPr>
          <p:nvPr>
            <p:ph type="sldNum" sz="quarter" idx="11"/>
          </p:nvPr>
        </p:nvSpPr>
        <p:spPr/>
        <p:txBody>
          <a:bodyPr/>
          <a:lstStyle/>
          <a:p>
            <a:fld id="{CE58CB1E-F828-4F11-99E0-327109AF9DA4}" type="slidenum">
              <a:rPr lang="de-DE" smtClean="0"/>
              <a:pPr/>
              <a:t>9</a:t>
            </a:fld>
            <a:endParaRPr lang="de-DE" dirty="0"/>
          </a:p>
        </p:txBody>
      </p:sp>
      <p:sp>
        <p:nvSpPr>
          <p:cNvPr id="4" name="Footer Placeholder 3">
            <a:extLst>
              <a:ext uri="{FF2B5EF4-FFF2-40B4-BE49-F238E27FC236}">
                <a16:creationId xmlns:a16="http://schemas.microsoft.com/office/drawing/2014/main" id="{8D207FD8-24A8-32AE-B63E-CA2E63A6A757}"/>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95121504-EDB5-F8E8-A116-4F18BA31278F}"/>
              </a:ext>
            </a:extLst>
          </p:cNvPr>
          <p:cNvSpPr>
            <a:spLocks noGrp="1"/>
          </p:cNvSpPr>
          <p:nvPr>
            <p:ph type="title"/>
          </p:nvPr>
        </p:nvSpPr>
        <p:spPr/>
        <p:txBody>
          <a:bodyPr/>
          <a:lstStyle/>
          <a:p>
            <a:r>
              <a:rPr lang="de-DE" dirty="0"/>
              <a:t>Gültigkeit der Masterfolien</a:t>
            </a:r>
            <a:endParaRPr lang="en-GB" dirty="0"/>
          </a:p>
        </p:txBody>
      </p:sp>
    </p:spTree>
    <p:extLst>
      <p:ext uri="{BB962C8B-B14F-4D97-AF65-F5344CB8AC3E}">
        <p14:creationId xmlns:p14="http://schemas.microsoft.com/office/powerpoint/2010/main" val="442079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B0207C-0CD8-474F-C180-CB4DC15CD457}"/>
              </a:ext>
            </a:extLst>
          </p:cNvPr>
          <p:cNvSpPr>
            <a:spLocks noGrp="1"/>
          </p:cNvSpPr>
          <p:nvPr>
            <p:ph idx="1"/>
          </p:nvPr>
        </p:nvSpPr>
        <p:spPr/>
        <p:txBody>
          <a:bodyPr/>
          <a:lstStyle/>
          <a:p>
            <a:r>
              <a:rPr lang="de-DE" dirty="0"/>
              <a:t>Als Grundlage dient der Corporate Design Style Guide der TUM.</a:t>
            </a:r>
            <a:br>
              <a:rPr lang="de-DE" dirty="0"/>
            </a:br>
            <a:r>
              <a:rPr lang="de-DE" dirty="0"/>
              <a:t>Die Präsentationsvorlage ist auf gute Lesbarkeit und klare Darstellung von Informationen optimiert.</a:t>
            </a:r>
          </a:p>
          <a:p>
            <a:endParaRPr lang="en-GB" dirty="0"/>
          </a:p>
        </p:txBody>
      </p:sp>
      <p:sp>
        <p:nvSpPr>
          <p:cNvPr id="3" name="Slide Number Placeholder 2">
            <a:extLst>
              <a:ext uri="{FF2B5EF4-FFF2-40B4-BE49-F238E27FC236}">
                <a16:creationId xmlns:a16="http://schemas.microsoft.com/office/drawing/2014/main" id="{400760C5-C409-EBA3-6EC9-19410FBD52F7}"/>
              </a:ext>
            </a:extLst>
          </p:cNvPr>
          <p:cNvSpPr>
            <a:spLocks noGrp="1"/>
          </p:cNvSpPr>
          <p:nvPr>
            <p:ph type="sldNum" sz="quarter" idx="11"/>
          </p:nvPr>
        </p:nvSpPr>
        <p:spPr/>
        <p:txBody>
          <a:bodyPr/>
          <a:lstStyle/>
          <a:p>
            <a:fld id="{CE58CB1E-F828-4F11-99E0-327109AF9DA4}" type="slidenum">
              <a:rPr lang="de-DE" smtClean="0"/>
              <a:pPr/>
              <a:t>10</a:t>
            </a:fld>
            <a:endParaRPr lang="de-DE" dirty="0"/>
          </a:p>
        </p:txBody>
      </p:sp>
      <p:sp>
        <p:nvSpPr>
          <p:cNvPr id="4" name="Footer Placeholder 3">
            <a:extLst>
              <a:ext uri="{FF2B5EF4-FFF2-40B4-BE49-F238E27FC236}">
                <a16:creationId xmlns:a16="http://schemas.microsoft.com/office/drawing/2014/main" id="{68DE7133-5332-DB05-7CB5-DFF741A81D57}"/>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24F863E5-203C-6984-D649-A0A51B15CE39}"/>
              </a:ext>
            </a:extLst>
          </p:cNvPr>
          <p:cNvSpPr>
            <a:spLocks noGrp="1"/>
          </p:cNvSpPr>
          <p:nvPr>
            <p:ph type="title"/>
          </p:nvPr>
        </p:nvSpPr>
        <p:spPr/>
        <p:txBody>
          <a:bodyPr/>
          <a:lstStyle/>
          <a:p>
            <a:r>
              <a:rPr lang="de-DE" dirty="0"/>
              <a:t>Grundlage der Masterfolien</a:t>
            </a:r>
            <a:endParaRPr lang="en-GB" dirty="0"/>
          </a:p>
        </p:txBody>
      </p:sp>
      <p:sp>
        <p:nvSpPr>
          <p:cNvPr id="6" name="Text Placeholder 5">
            <a:extLst>
              <a:ext uri="{FF2B5EF4-FFF2-40B4-BE49-F238E27FC236}">
                <a16:creationId xmlns:a16="http://schemas.microsoft.com/office/drawing/2014/main" id="{E63141BF-ACFE-BF4E-8832-B6004711275B}"/>
              </a:ext>
            </a:extLst>
          </p:cNvPr>
          <p:cNvSpPr>
            <a:spLocks noGrp="1"/>
          </p:cNvSpPr>
          <p:nvPr>
            <p:ph type="body" sz="quarter" idx="14"/>
          </p:nvPr>
        </p:nvSpPr>
        <p:spPr/>
        <p:txBody>
          <a:bodyPr/>
          <a:lstStyle/>
          <a:p>
            <a:r>
              <a:rPr lang="de-DE" dirty="0"/>
              <a:t>Masterfolien</a:t>
            </a:r>
            <a:endParaRPr lang="en-GB" dirty="0"/>
          </a:p>
        </p:txBody>
      </p:sp>
    </p:spTree>
    <p:extLst>
      <p:ext uri="{BB962C8B-B14F-4D97-AF65-F5344CB8AC3E}">
        <p14:creationId xmlns:p14="http://schemas.microsoft.com/office/powerpoint/2010/main" val="75838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643EFB-5AE3-CA1D-A5E9-2656B3D9BDD9}"/>
              </a:ext>
            </a:extLst>
          </p:cNvPr>
          <p:cNvSpPr>
            <a:spLocks noGrp="1"/>
          </p:cNvSpPr>
          <p:nvPr>
            <p:ph idx="1"/>
          </p:nvPr>
        </p:nvSpPr>
        <p:spPr/>
        <p:txBody>
          <a:bodyPr/>
          <a:lstStyle/>
          <a:p>
            <a:r>
              <a:rPr lang="de-DE" dirty="0"/>
              <a:t>Schriftart: Arial</a:t>
            </a:r>
          </a:p>
          <a:p>
            <a:r>
              <a:rPr lang="de-DE" dirty="0"/>
              <a:t>Schriftgrößen: 25 | 18 | 14 | 11</a:t>
            </a:r>
          </a:p>
          <a:p>
            <a:r>
              <a:rPr lang="de-DE" dirty="0"/>
              <a:t>Zeilenabstand: 1,15mm</a:t>
            </a:r>
          </a:p>
          <a:p>
            <a:endParaRPr lang="de-DE" dirty="0"/>
          </a:p>
          <a:p>
            <a:r>
              <a:rPr lang="de-DE" dirty="0"/>
              <a:t>Die Einstellungen sind in den Textfeldern und Textfeldvorlagen dieses </a:t>
            </a:r>
            <a:r>
              <a:rPr lang="de-DE" dirty="0" err="1"/>
              <a:t>ppt</a:t>
            </a:r>
            <a:r>
              <a:rPr lang="de-DE" dirty="0"/>
              <a:t>-Masters als Standard eingestellt. Bei Diagrammen und Tabellen muss die Schriftgröße ggf. angepasst werden. Für Auszeichnungen im Fließtext kann auch fett markiert werden. Bei großer Distanz bzw. kleinem Präsentationsmedium kann der Schriftgrad notfalls proportional erhöht werden.</a:t>
            </a:r>
          </a:p>
          <a:p>
            <a:endParaRPr lang="en-GB" dirty="0"/>
          </a:p>
        </p:txBody>
      </p:sp>
      <p:sp>
        <p:nvSpPr>
          <p:cNvPr id="3" name="Slide Number Placeholder 2">
            <a:extLst>
              <a:ext uri="{FF2B5EF4-FFF2-40B4-BE49-F238E27FC236}">
                <a16:creationId xmlns:a16="http://schemas.microsoft.com/office/drawing/2014/main" id="{0603B34D-F14D-51FB-41B9-93BA10896653}"/>
              </a:ext>
            </a:extLst>
          </p:cNvPr>
          <p:cNvSpPr>
            <a:spLocks noGrp="1"/>
          </p:cNvSpPr>
          <p:nvPr>
            <p:ph type="sldNum" sz="quarter" idx="11"/>
          </p:nvPr>
        </p:nvSpPr>
        <p:spPr/>
        <p:txBody>
          <a:bodyPr/>
          <a:lstStyle/>
          <a:p>
            <a:fld id="{CE58CB1E-F828-4F11-99E0-327109AF9DA4}" type="slidenum">
              <a:rPr lang="de-DE" smtClean="0"/>
              <a:pPr/>
              <a:t>11</a:t>
            </a:fld>
            <a:endParaRPr lang="de-DE" dirty="0"/>
          </a:p>
        </p:txBody>
      </p:sp>
      <p:sp>
        <p:nvSpPr>
          <p:cNvPr id="4" name="Footer Placeholder 3">
            <a:extLst>
              <a:ext uri="{FF2B5EF4-FFF2-40B4-BE49-F238E27FC236}">
                <a16:creationId xmlns:a16="http://schemas.microsoft.com/office/drawing/2014/main" id="{44751BA6-92A7-7F8E-4E98-71CEB9BED653}"/>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A7D61381-3C16-6F5E-A4C9-BBBB28C5899B}"/>
              </a:ext>
            </a:extLst>
          </p:cNvPr>
          <p:cNvSpPr>
            <a:spLocks noGrp="1"/>
          </p:cNvSpPr>
          <p:nvPr>
            <p:ph type="body" sz="quarter" idx="13"/>
          </p:nvPr>
        </p:nvSpPr>
        <p:spPr/>
        <p:txBody>
          <a:bodyPr/>
          <a:lstStyle/>
          <a:p>
            <a:r>
              <a:rPr lang="de-DE" dirty="0"/>
              <a:t>Das Grundprinzip ist, Informationen bestmöglich zu transportieren. Dazu muss vor allem die Schrift einheitlich und für alle im Raum lesbar sein. </a:t>
            </a:r>
          </a:p>
          <a:p>
            <a:endParaRPr lang="en-GB" dirty="0"/>
          </a:p>
        </p:txBody>
      </p:sp>
      <p:sp>
        <p:nvSpPr>
          <p:cNvPr id="6" name="Title 5">
            <a:extLst>
              <a:ext uri="{FF2B5EF4-FFF2-40B4-BE49-F238E27FC236}">
                <a16:creationId xmlns:a16="http://schemas.microsoft.com/office/drawing/2014/main" id="{18405238-5118-6E79-67B2-D03E17097056}"/>
              </a:ext>
            </a:extLst>
          </p:cNvPr>
          <p:cNvSpPr>
            <a:spLocks noGrp="1"/>
          </p:cNvSpPr>
          <p:nvPr>
            <p:ph type="title"/>
          </p:nvPr>
        </p:nvSpPr>
        <p:spPr/>
        <p:txBody>
          <a:bodyPr/>
          <a:lstStyle/>
          <a:p>
            <a:r>
              <a:rPr lang="de-DE" dirty="0"/>
              <a:t>Schrift</a:t>
            </a:r>
            <a:endParaRPr lang="en-GB" dirty="0"/>
          </a:p>
        </p:txBody>
      </p:sp>
      <p:sp>
        <p:nvSpPr>
          <p:cNvPr id="7" name="Text Placeholder 6">
            <a:extLst>
              <a:ext uri="{FF2B5EF4-FFF2-40B4-BE49-F238E27FC236}">
                <a16:creationId xmlns:a16="http://schemas.microsoft.com/office/drawing/2014/main" id="{2019AD97-A21F-F80F-90FD-2428E7390726}"/>
              </a:ext>
            </a:extLst>
          </p:cNvPr>
          <p:cNvSpPr>
            <a:spLocks noGrp="1"/>
          </p:cNvSpPr>
          <p:nvPr>
            <p:ph type="body" sz="quarter" idx="14"/>
          </p:nvPr>
        </p:nvSpPr>
        <p:spPr/>
        <p:txBody>
          <a:bodyPr/>
          <a:lstStyle/>
          <a:p>
            <a:r>
              <a:rPr lang="de-DE" dirty="0"/>
              <a:t>Schrift</a:t>
            </a:r>
            <a:endParaRPr lang="en-GB" dirty="0"/>
          </a:p>
        </p:txBody>
      </p:sp>
    </p:spTree>
    <p:extLst>
      <p:ext uri="{BB962C8B-B14F-4D97-AF65-F5344CB8AC3E}">
        <p14:creationId xmlns:p14="http://schemas.microsoft.com/office/powerpoint/2010/main" val="2483834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F1BED2-8C28-4825-9EF6-1BDAC06A04E1}"/>
              </a:ext>
            </a:extLst>
          </p:cNvPr>
          <p:cNvSpPr>
            <a:spLocks noGrp="1"/>
          </p:cNvSpPr>
          <p:nvPr>
            <p:ph idx="1"/>
          </p:nvPr>
        </p:nvSpPr>
        <p:spPr/>
        <p:txBody>
          <a:bodyPr/>
          <a:lstStyle/>
          <a:p>
            <a:r>
              <a:rPr lang="de-DE" dirty="0"/>
              <a:t>Als erstes soll mit schwarz und weiß gearbeitet werden.</a:t>
            </a:r>
            <a:br>
              <a:rPr lang="de-DE" dirty="0"/>
            </a:br>
            <a:r>
              <a:rPr lang="de-DE" dirty="0"/>
              <a:t>Für Aufwändigere Darstellungen sind Farben mit Bedacht und in möglichst geringem Umfang einzusetzen.</a:t>
            </a:r>
            <a:br>
              <a:rPr lang="de-DE" dirty="0"/>
            </a:br>
            <a:r>
              <a:rPr lang="de-DE" dirty="0"/>
              <a:t>In diesem Folienmaster ist die Farbpalette festgelegt.</a:t>
            </a:r>
          </a:p>
          <a:p>
            <a:endParaRPr lang="de-DE" dirty="0"/>
          </a:p>
          <a:p>
            <a:r>
              <a:rPr lang="de-DE" dirty="0"/>
              <a:t>Zuerst mit den Primärfarben arbeiten.</a:t>
            </a:r>
          </a:p>
          <a:p>
            <a:endParaRPr lang="de-DE" dirty="0"/>
          </a:p>
          <a:p>
            <a:endParaRPr lang="de-DE" dirty="0"/>
          </a:p>
          <a:p>
            <a:r>
              <a:rPr lang="de-DE" dirty="0"/>
              <a:t>Für z.B. komplexe Diagramme stehen noch Sekundärfarben zur Verfügung.</a:t>
            </a:r>
          </a:p>
          <a:p>
            <a:endParaRPr lang="de-DE" dirty="0"/>
          </a:p>
          <a:p>
            <a:endParaRPr lang="de-DE" dirty="0"/>
          </a:p>
          <a:p>
            <a:r>
              <a:rPr lang="de-DE" dirty="0"/>
              <a:t>Gering im Einsatz sind die Akzentfarben.</a:t>
            </a:r>
          </a:p>
          <a:p>
            <a:endParaRPr lang="en-US" dirty="0"/>
          </a:p>
        </p:txBody>
      </p:sp>
      <p:sp>
        <p:nvSpPr>
          <p:cNvPr id="3" name="Slide Number Placeholder 2">
            <a:extLst>
              <a:ext uri="{FF2B5EF4-FFF2-40B4-BE49-F238E27FC236}">
                <a16:creationId xmlns:a16="http://schemas.microsoft.com/office/drawing/2014/main" id="{AAC3AB92-C89F-44B1-B3A1-45D1CDB1AB9B}"/>
              </a:ext>
            </a:extLst>
          </p:cNvPr>
          <p:cNvSpPr>
            <a:spLocks noGrp="1"/>
          </p:cNvSpPr>
          <p:nvPr>
            <p:ph type="sldNum" sz="quarter" idx="11"/>
          </p:nvPr>
        </p:nvSpPr>
        <p:spPr/>
        <p:txBody>
          <a:bodyPr/>
          <a:lstStyle/>
          <a:p>
            <a:fld id="{CE58CB1E-F828-4F11-99E0-327109AF9DA4}" type="slidenum">
              <a:rPr lang="de-DE" smtClean="0"/>
              <a:pPr/>
              <a:t>12</a:t>
            </a:fld>
            <a:endParaRPr lang="de-DE" dirty="0"/>
          </a:p>
        </p:txBody>
      </p:sp>
      <p:sp>
        <p:nvSpPr>
          <p:cNvPr id="4" name="Footer Placeholder 3">
            <a:extLst>
              <a:ext uri="{FF2B5EF4-FFF2-40B4-BE49-F238E27FC236}">
                <a16:creationId xmlns:a16="http://schemas.microsoft.com/office/drawing/2014/main" id="{2A2A16C0-4371-4DAA-8F77-48630D086F64}"/>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BE5C74A3-241F-4F85-8D12-029D288432AA}"/>
              </a:ext>
            </a:extLst>
          </p:cNvPr>
          <p:cNvSpPr>
            <a:spLocks noGrp="1"/>
          </p:cNvSpPr>
          <p:nvPr>
            <p:ph type="title"/>
          </p:nvPr>
        </p:nvSpPr>
        <p:spPr/>
        <p:txBody>
          <a:bodyPr/>
          <a:lstStyle/>
          <a:p>
            <a:r>
              <a:rPr lang="de-DE" dirty="0"/>
              <a:t>Farben</a:t>
            </a:r>
            <a:endParaRPr lang="en-US" dirty="0"/>
          </a:p>
        </p:txBody>
      </p:sp>
      <p:sp>
        <p:nvSpPr>
          <p:cNvPr id="6" name="Rechteck 13">
            <a:extLst>
              <a:ext uri="{FF2B5EF4-FFF2-40B4-BE49-F238E27FC236}">
                <a16:creationId xmlns:a16="http://schemas.microsoft.com/office/drawing/2014/main" id="{2F17FFD8-9252-4835-81DD-5ADBC83D7345}"/>
              </a:ext>
            </a:extLst>
          </p:cNvPr>
          <p:cNvSpPr/>
          <p:nvPr/>
        </p:nvSpPr>
        <p:spPr>
          <a:xfrm>
            <a:off x="319090" y="2642870"/>
            <a:ext cx="855132" cy="1841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accent1"/>
              </a:solidFill>
            </a:endParaRPr>
          </a:p>
        </p:txBody>
      </p:sp>
      <p:sp>
        <p:nvSpPr>
          <p:cNvPr id="7" name="Rechteck 23">
            <a:extLst>
              <a:ext uri="{FF2B5EF4-FFF2-40B4-BE49-F238E27FC236}">
                <a16:creationId xmlns:a16="http://schemas.microsoft.com/office/drawing/2014/main" id="{D52C665C-6D38-4809-BCFB-2373B073E3A5}"/>
              </a:ext>
            </a:extLst>
          </p:cNvPr>
          <p:cNvSpPr/>
          <p:nvPr/>
        </p:nvSpPr>
        <p:spPr>
          <a:xfrm>
            <a:off x="1292757" y="2642870"/>
            <a:ext cx="855132" cy="1841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tx1"/>
              </a:solidFill>
            </a:endParaRPr>
          </a:p>
        </p:txBody>
      </p:sp>
      <p:sp>
        <p:nvSpPr>
          <p:cNvPr id="8" name="Rechteck 24">
            <a:extLst>
              <a:ext uri="{FF2B5EF4-FFF2-40B4-BE49-F238E27FC236}">
                <a16:creationId xmlns:a16="http://schemas.microsoft.com/office/drawing/2014/main" id="{C0189ED5-C320-4802-80A9-59DADCC606F9}"/>
              </a:ext>
            </a:extLst>
          </p:cNvPr>
          <p:cNvSpPr/>
          <p:nvPr/>
        </p:nvSpPr>
        <p:spPr>
          <a:xfrm>
            <a:off x="2266424" y="2642870"/>
            <a:ext cx="855132" cy="184148"/>
          </a:xfrm>
          <a:prstGeom prst="rect">
            <a:avLst/>
          </a:prstGeom>
          <a:solidFill>
            <a:schemeClr val="bg1"/>
          </a:solidFill>
          <a:ln w="6350"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9" name="Rechteck 25">
            <a:extLst>
              <a:ext uri="{FF2B5EF4-FFF2-40B4-BE49-F238E27FC236}">
                <a16:creationId xmlns:a16="http://schemas.microsoft.com/office/drawing/2014/main" id="{C32F78E2-CF4C-4D95-A6B8-5C2BA56E86F7}"/>
              </a:ext>
            </a:extLst>
          </p:cNvPr>
          <p:cNvSpPr/>
          <p:nvPr/>
        </p:nvSpPr>
        <p:spPr>
          <a:xfrm>
            <a:off x="319090" y="3337007"/>
            <a:ext cx="855132" cy="1841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0" name="Rechteck 26">
            <a:extLst>
              <a:ext uri="{FF2B5EF4-FFF2-40B4-BE49-F238E27FC236}">
                <a16:creationId xmlns:a16="http://schemas.microsoft.com/office/drawing/2014/main" id="{C8643F71-BF84-4E9D-8957-99AF6F5C5D56}"/>
              </a:ext>
            </a:extLst>
          </p:cNvPr>
          <p:cNvSpPr/>
          <p:nvPr/>
        </p:nvSpPr>
        <p:spPr>
          <a:xfrm>
            <a:off x="1292757" y="3337007"/>
            <a:ext cx="855132" cy="1841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1" name="Rechteck 27">
            <a:extLst>
              <a:ext uri="{FF2B5EF4-FFF2-40B4-BE49-F238E27FC236}">
                <a16:creationId xmlns:a16="http://schemas.microsoft.com/office/drawing/2014/main" id="{A32E51B6-1FE3-4753-951D-82598D90915D}"/>
              </a:ext>
            </a:extLst>
          </p:cNvPr>
          <p:cNvSpPr/>
          <p:nvPr/>
        </p:nvSpPr>
        <p:spPr>
          <a:xfrm>
            <a:off x="2257957" y="3337007"/>
            <a:ext cx="855132" cy="1841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2" name="Rechteck 28">
            <a:extLst>
              <a:ext uri="{FF2B5EF4-FFF2-40B4-BE49-F238E27FC236}">
                <a16:creationId xmlns:a16="http://schemas.microsoft.com/office/drawing/2014/main" id="{A979881A-1F97-43F8-8DF9-85506CA53DF0}"/>
              </a:ext>
            </a:extLst>
          </p:cNvPr>
          <p:cNvSpPr/>
          <p:nvPr/>
        </p:nvSpPr>
        <p:spPr>
          <a:xfrm>
            <a:off x="3223157" y="3337007"/>
            <a:ext cx="855132" cy="184148"/>
          </a:xfrm>
          <a:prstGeom prst="rect">
            <a:avLst/>
          </a:prstGeom>
          <a:solidFill>
            <a:srgbClr val="9999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3" name="Rechteck 35">
            <a:extLst>
              <a:ext uri="{FF2B5EF4-FFF2-40B4-BE49-F238E27FC236}">
                <a16:creationId xmlns:a16="http://schemas.microsoft.com/office/drawing/2014/main" id="{D33B0C32-80A2-4459-A3E0-5FE82C560746}"/>
              </a:ext>
            </a:extLst>
          </p:cNvPr>
          <p:cNvSpPr/>
          <p:nvPr/>
        </p:nvSpPr>
        <p:spPr>
          <a:xfrm>
            <a:off x="319090" y="4051976"/>
            <a:ext cx="855132" cy="1841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4" name="Rechteck 36">
            <a:extLst>
              <a:ext uri="{FF2B5EF4-FFF2-40B4-BE49-F238E27FC236}">
                <a16:creationId xmlns:a16="http://schemas.microsoft.com/office/drawing/2014/main" id="{4BAE8AAD-70D6-40A1-9548-5EA7A2E82949}"/>
              </a:ext>
            </a:extLst>
          </p:cNvPr>
          <p:cNvSpPr/>
          <p:nvPr/>
        </p:nvSpPr>
        <p:spPr>
          <a:xfrm>
            <a:off x="1292757" y="4066861"/>
            <a:ext cx="855132" cy="1841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5" name="Rechteck 37">
            <a:extLst>
              <a:ext uri="{FF2B5EF4-FFF2-40B4-BE49-F238E27FC236}">
                <a16:creationId xmlns:a16="http://schemas.microsoft.com/office/drawing/2014/main" id="{9762A5DD-1D93-4DFF-A801-2FFC09302B69}"/>
              </a:ext>
            </a:extLst>
          </p:cNvPr>
          <p:cNvSpPr/>
          <p:nvPr/>
        </p:nvSpPr>
        <p:spPr>
          <a:xfrm>
            <a:off x="2253725" y="4086718"/>
            <a:ext cx="855132" cy="18414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Tree>
    <p:extLst>
      <p:ext uri="{BB962C8B-B14F-4D97-AF65-F5344CB8AC3E}">
        <p14:creationId xmlns:p14="http://schemas.microsoft.com/office/powerpoint/2010/main" val="1978956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F57E75-77ED-F878-48AE-05A29C686D9A}"/>
              </a:ext>
            </a:extLst>
          </p:cNvPr>
          <p:cNvSpPr>
            <a:spLocks noGrp="1"/>
          </p:cNvSpPr>
          <p:nvPr>
            <p:ph idx="1"/>
          </p:nvPr>
        </p:nvSpPr>
        <p:spPr/>
        <p:txBody>
          <a:bodyPr/>
          <a:lstStyle/>
          <a:p>
            <a:r>
              <a:rPr lang="de-DE" dirty="0"/>
              <a:t>Beispiel:</a:t>
            </a:r>
          </a:p>
          <a:p>
            <a:r>
              <a:rPr lang="de-DE" dirty="0" err="1"/>
              <a:t>Tem</a:t>
            </a:r>
            <a:r>
              <a:rPr lang="de-DE" dirty="0"/>
              <a:t> </a:t>
            </a:r>
            <a:r>
              <a:rPr lang="de-DE" dirty="0" err="1"/>
              <a:t>soluptam</a:t>
            </a:r>
            <a:r>
              <a:rPr lang="de-DE" dirty="0"/>
              <a:t>, nisi </a:t>
            </a:r>
            <a:r>
              <a:rPr lang="de-DE" dirty="0" err="1"/>
              <a:t>as</a:t>
            </a:r>
            <a:r>
              <a:rPr lang="de-DE" dirty="0"/>
              <a:t> </a:t>
            </a:r>
            <a:r>
              <a:rPr lang="de-DE" dirty="0" err="1"/>
              <a:t>verum</a:t>
            </a:r>
            <a:r>
              <a:rPr lang="de-DE" dirty="0"/>
              <a:t> </a:t>
            </a:r>
            <a:r>
              <a:rPr lang="de-DE" dirty="0" err="1"/>
              <a:t>ereprehendam</a:t>
            </a:r>
            <a:r>
              <a:rPr lang="de-DE" dirty="0"/>
              <a:t> at </a:t>
            </a:r>
            <a:r>
              <a:rPr lang="de-DE" dirty="0" err="1"/>
              <a:t>acculpa</a:t>
            </a:r>
            <a:r>
              <a:rPr lang="de-DE" dirty="0"/>
              <a:t> </a:t>
            </a:r>
            <a:r>
              <a:rPr lang="de-DE" dirty="0" err="1"/>
              <a:t>quidisq</a:t>
            </a:r>
            <a:r>
              <a:rPr lang="de-DE" dirty="0"/>
              <a:t> </a:t>
            </a:r>
            <a:r>
              <a:rPr lang="de-DE" dirty="0" err="1"/>
              <a:t>uissit</a:t>
            </a:r>
            <a:r>
              <a:rPr lang="de-DE" dirty="0"/>
              <a:t> </a:t>
            </a:r>
            <a:r>
              <a:rPr lang="de-DE" dirty="0" err="1"/>
              <a:t>volupta</a:t>
            </a:r>
            <a:r>
              <a:rPr lang="de-DE" dirty="0"/>
              <a:t> </a:t>
            </a:r>
            <a:r>
              <a:rPr lang="de-DE" dirty="0" err="1"/>
              <a:t>tusdant</a:t>
            </a:r>
            <a:r>
              <a:rPr lang="de-DE" dirty="0"/>
              <a:t> </a:t>
            </a:r>
            <a:r>
              <a:rPr lang="de-DE" dirty="0" err="1"/>
              <a:t>utem</a:t>
            </a:r>
            <a:r>
              <a:rPr lang="de-DE" dirty="0"/>
              <a:t> </a:t>
            </a:r>
            <a:r>
              <a:rPr lang="de-DE" dirty="0" err="1"/>
              <a:t>as</a:t>
            </a:r>
            <a:r>
              <a:rPr lang="de-DE" dirty="0"/>
              <a:t> </a:t>
            </a:r>
            <a:r>
              <a:rPr lang="de-DE" dirty="0" err="1"/>
              <a:t>etur</a:t>
            </a:r>
            <a:r>
              <a:rPr lang="de-DE" dirty="0"/>
              <a:t>, </a:t>
            </a:r>
            <a:r>
              <a:rPr lang="de-DE" dirty="0" err="1"/>
              <a:t>odi</a:t>
            </a:r>
            <a:r>
              <a:rPr lang="de-DE" dirty="0"/>
              <a:t> </a:t>
            </a:r>
            <a:r>
              <a:rPr lang="de-DE" dirty="0" err="1"/>
              <a:t>odis</a:t>
            </a:r>
            <a:r>
              <a:rPr lang="de-DE" dirty="0"/>
              <a:t> es </a:t>
            </a:r>
            <a:r>
              <a:rPr lang="de-DE" dirty="0" err="1"/>
              <a:t>doluptiae</a:t>
            </a:r>
            <a:r>
              <a:rPr lang="de-DE" dirty="0"/>
              <a:t> dem </a:t>
            </a:r>
            <a:r>
              <a:rPr lang="de-DE" dirty="0" err="1"/>
              <a:t>nimaion</a:t>
            </a:r>
            <a:r>
              <a:rPr lang="de-DE" dirty="0"/>
              <a:t> </a:t>
            </a:r>
            <a:r>
              <a:rPr lang="de-DE" dirty="0" err="1"/>
              <a:t>con</a:t>
            </a:r>
            <a:r>
              <a:rPr lang="de-DE" dirty="0"/>
              <a:t> </a:t>
            </a:r>
            <a:r>
              <a:rPr lang="de-DE" dirty="0" err="1"/>
              <a:t>nossinctenis</a:t>
            </a:r>
            <a:r>
              <a:rPr lang="de-DE" dirty="0"/>
              <a:t> </a:t>
            </a:r>
            <a:r>
              <a:rPr lang="de-DE" dirty="0" err="1"/>
              <a:t>pora</a:t>
            </a:r>
            <a:r>
              <a:rPr lang="de-DE" dirty="0"/>
              <a:t> quam </a:t>
            </a:r>
            <a:r>
              <a:rPr lang="de-DE" dirty="0" err="1"/>
              <a:t>voloria</a:t>
            </a:r>
            <a:r>
              <a:rPr lang="de-DE" dirty="0"/>
              <a:t> </a:t>
            </a:r>
            <a:r>
              <a:rPr lang="de-DE" dirty="0" err="1"/>
              <a:t>consenimus</a:t>
            </a:r>
            <a:r>
              <a:rPr lang="de-DE" dirty="0"/>
              <a:t> </a:t>
            </a:r>
            <a:r>
              <a:rPr lang="de-DE" dirty="0" err="1"/>
              <a:t>blabore</a:t>
            </a:r>
            <a:r>
              <a:rPr lang="de-DE" dirty="0"/>
              <a:t> </a:t>
            </a:r>
            <a:r>
              <a:rPr lang="de-DE" dirty="0" err="1"/>
              <a:t>everfer</a:t>
            </a:r>
            <a:r>
              <a:rPr lang="de-DE" dirty="0"/>
              <a:t> </a:t>
            </a:r>
            <a:r>
              <a:rPr lang="de-DE" dirty="0" err="1"/>
              <a:t>epeliquo</a:t>
            </a:r>
            <a:r>
              <a:rPr lang="de-DE" dirty="0"/>
              <a:t> </a:t>
            </a:r>
            <a:r>
              <a:rPr lang="de-DE" dirty="0" err="1"/>
              <a:t>maio</a:t>
            </a:r>
            <a:r>
              <a:rPr lang="de-DE" dirty="0"/>
              <a:t> </a:t>
            </a:r>
            <a:r>
              <a:rPr lang="de-DE" dirty="0" err="1"/>
              <a:t>etur</a:t>
            </a:r>
            <a:r>
              <a:rPr lang="de-DE" dirty="0"/>
              <a:t>.</a:t>
            </a:r>
          </a:p>
          <a:p>
            <a:endParaRPr lang="en-GB" dirty="0"/>
          </a:p>
        </p:txBody>
      </p:sp>
      <p:sp>
        <p:nvSpPr>
          <p:cNvPr id="3" name="Slide Number Placeholder 2">
            <a:extLst>
              <a:ext uri="{FF2B5EF4-FFF2-40B4-BE49-F238E27FC236}">
                <a16:creationId xmlns:a16="http://schemas.microsoft.com/office/drawing/2014/main" id="{BDDE685E-FB47-68F2-8D0F-75B31344B105}"/>
              </a:ext>
            </a:extLst>
          </p:cNvPr>
          <p:cNvSpPr>
            <a:spLocks noGrp="1"/>
          </p:cNvSpPr>
          <p:nvPr>
            <p:ph type="sldNum" sz="quarter" idx="11"/>
          </p:nvPr>
        </p:nvSpPr>
        <p:spPr/>
        <p:txBody>
          <a:bodyPr/>
          <a:lstStyle/>
          <a:p>
            <a:fld id="{CE58CB1E-F828-4F11-99E0-327109AF9DA4}" type="slidenum">
              <a:rPr lang="de-DE" smtClean="0"/>
              <a:pPr/>
              <a:t>13</a:t>
            </a:fld>
            <a:endParaRPr lang="de-DE" dirty="0"/>
          </a:p>
        </p:txBody>
      </p:sp>
      <p:sp>
        <p:nvSpPr>
          <p:cNvPr id="4" name="Footer Placeholder 3">
            <a:extLst>
              <a:ext uri="{FF2B5EF4-FFF2-40B4-BE49-F238E27FC236}">
                <a16:creationId xmlns:a16="http://schemas.microsoft.com/office/drawing/2014/main" id="{CD62A944-DD20-AABC-1EC2-6316001E6196}"/>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E5341D5F-23BE-1BD4-FAE5-0C571C07CA68}"/>
              </a:ext>
            </a:extLst>
          </p:cNvPr>
          <p:cNvSpPr>
            <a:spLocks noGrp="1"/>
          </p:cNvSpPr>
          <p:nvPr>
            <p:ph type="body" sz="quarter" idx="13"/>
          </p:nvPr>
        </p:nvSpPr>
        <p:spPr/>
        <p:txBody>
          <a:bodyPr/>
          <a:lstStyle/>
          <a:p>
            <a:r>
              <a:rPr lang="de-DE" dirty="0"/>
              <a:t>Kurze und knappe Texte, Fließtexte linksbündig, kein Blocksatz</a:t>
            </a:r>
          </a:p>
          <a:p>
            <a:endParaRPr lang="en-GB" dirty="0"/>
          </a:p>
        </p:txBody>
      </p:sp>
      <p:sp>
        <p:nvSpPr>
          <p:cNvPr id="6" name="Title 5">
            <a:extLst>
              <a:ext uri="{FF2B5EF4-FFF2-40B4-BE49-F238E27FC236}">
                <a16:creationId xmlns:a16="http://schemas.microsoft.com/office/drawing/2014/main" id="{FE563C00-8944-820A-C706-7F0696D2FFE9}"/>
              </a:ext>
            </a:extLst>
          </p:cNvPr>
          <p:cNvSpPr>
            <a:spLocks noGrp="1"/>
          </p:cNvSpPr>
          <p:nvPr>
            <p:ph type="title"/>
          </p:nvPr>
        </p:nvSpPr>
        <p:spPr/>
        <p:txBody>
          <a:bodyPr/>
          <a:lstStyle/>
          <a:p>
            <a:r>
              <a:rPr lang="de-DE" dirty="0"/>
              <a:t>Texte</a:t>
            </a:r>
            <a:endParaRPr lang="en-GB" dirty="0"/>
          </a:p>
        </p:txBody>
      </p:sp>
    </p:spTree>
    <p:extLst>
      <p:ext uri="{BB962C8B-B14F-4D97-AF65-F5344CB8AC3E}">
        <p14:creationId xmlns:p14="http://schemas.microsoft.com/office/powerpoint/2010/main" val="919250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7CCC31-C182-4362-A806-ED097C67863A}"/>
              </a:ext>
            </a:extLst>
          </p:cNvPr>
          <p:cNvSpPr>
            <a:spLocks noGrp="1"/>
          </p:cNvSpPr>
          <p:nvPr>
            <p:ph idx="1"/>
          </p:nvPr>
        </p:nvSpPr>
        <p:spPr/>
        <p:txBody>
          <a:bodyPr/>
          <a:lstStyle/>
          <a:p>
            <a:r>
              <a:rPr lang="de-DE" dirty="0"/>
              <a:t>schlichte Darstellung von Informationen</a:t>
            </a:r>
          </a:p>
          <a:p>
            <a:endParaRPr lang="de-DE" dirty="0"/>
          </a:p>
          <a:p>
            <a:r>
              <a:rPr lang="de-DE" dirty="0"/>
              <a:t>reduzierte Farben</a:t>
            </a:r>
          </a:p>
          <a:p>
            <a:endParaRPr lang="de-DE" dirty="0"/>
          </a:p>
          <a:p>
            <a:r>
              <a:rPr lang="de-DE" dirty="0"/>
              <a:t>Rahmen und Überlagerungen nach Möglichkeit vermeiden</a:t>
            </a:r>
          </a:p>
          <a:p>
            <a:endParaRPr lang="en-US" dirty="0"/>
          </a:p>
        </p:txBody>
      </p:sp>
      <p:sp>
        <p:nvSpPr>
          <p:cNvPr id="3" name="Slide Number Placeholder 2">
            <a:extLst>
              <a:ext uri="{FF2B5EF4-FFF2-40B4-BE49-F238E27FC236}">
                <a16:creationId xmlns:a16="http://schemas.microsoft.com/office/drawing/2014/main" id="{623CA3EA-E7D2-4B95-8A60-B0208474879F}"/>
              </a:ext>
            </a:extLst>
          </p:cNvPr>
          <p:cNvSpPr>
            <a:spLocks noGrp="1"/>
          </p:cNvSpPr>
          <p:nvPr>
            <p:ph type="sldNum" sz="quarter" idx="11"/>
          </p:nvPr>
        </p:nvSpPr>
        <p:spPr/>
        <p:txBody>
          <a:bodyPr/>
          <a:lstStyle/>
          <a:p>
            <a:fld id="{CE58CB1E-F828-4F11-99E0-327109AF9DA4}" type="slidenum">
              <a:rPr lang="de-DE" smtClean="0"/>
              <a:pPr/>
              <a:t>14</a:t>
            </a:fld>
            <a:endParaRPr lang="de-DE" dirty="0"/>
          </a:p>
        </p:txBody>
      </p:sp>
      <p:sp>
        <p:nvSpPr>
          <p:cNvPr id="4" name="Footer Placeholder 3">
            <a:extLst>
              <a:ext uri="{FF2B5EF4-FFF2-40B4-BE49-F238E27FC236}">
                <a16:creationId xmlns:a16="http://schemas.microsoft.com/office/drawing/2014/main" id="{89834F68-4BE3-4CFA-9D7D-122B49444E8B}"/>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5303C1D3-845E-4838-B723-09F7B0338DA5}"/>
              </a:ext>
            </a:extLst>
          </p:cNvPr>
          <p:cNvSpPr>
            <a:spLocks noGrp="1"/>
          </p:cNvSpPr>
          <p:nvPr>
            <p:ph type="title"/>
          </p:nvPr>
        </p:nvSpPr>
        <p:spPr/>
        <p:txBody>
          <a:bodyPr/>
          <a:lstStyle/>
          <a:p>
            <a:r>
              <a:rPr lang="de-DE" dirty="0"/>
              <a:t>Bilder - Allgemein</a:t>
            </a:r>
            <a:endParaRPr lang="en-US" dirty="0"/>
          </a:p>
        </p:txBody>
      </p:sp>
    </p:spTree>
    <p:extLst>
      <p:ext uri="{BB962C8B-B14F-4D97-AF65-F5344CB8AC3E}">
        <p14:creationId xmlns:p14="http://schemas.microsoft.com/office/powerpoint/2010/main" val="3895484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DA83A1-33C7-42C4-8F9C-3BD42E18E156}"/>
              </a:ext>
            </a:extLst>
          </p:cNvPr>
          <p:cNvSpPr>
            <a:spLocks noGrp="1"/>
          </p:cNvSpPr>
          <p:nvPr>
            <p:ph idx="1"/>
          </p:nvPr>
        </p:nvSpPr>
        <p:spPr/>
        <p:txBody>
          <a:bodyPr/>
          <a:lstStyle/>
          <a:p>
            <a:r>
              <a:rPr lang="de-DE" dirty="0"/>
              <a:t>Bei kleinen Aufzählungen auf Aufzählungszeichen verzichten und ggf. zusätzliche Leerzeile</a:t>
            </a:r>
          </a:p>
          <a:p>
            <a:r>
              <a:rPr lang="de-DE" dirty="0"/>
              <a:t>Nur die wesentlichen Punkte nennen und Themen auf verschiedene Seiten splitten.</a:t>
            </a:r>
          </a:p>
          <a:p>
            <a:r>
              <a:rPr lang="de-DE" dirty="0"/>
              <a:t>Punkt 1</a:t>
            </a:r>
          </a:p>
          <a:p>
            <a:r>
              <a:rPr lang="de-DE" dirty="0"/>
              <a:t>Punkt 2</a:t>
            </a:r>
          </a:p>
          <a:p>
            <a:endParaRPr lang="de-DE" dirty="0"/>
          </a:p>
          <a:p>
            <a:r>
              <a:rPr lang="de-DE" dirty="0"/>
              <a:t>Wenn Unterpunkte in einer Aufzählung nötig sind ist ein Einrücken mit – möglich</a:t>
            </a:r>
          </a:p>
          <a:p>
            <a:pPr lvl="1"/>
            <a:r>
              <a:rPr lang="de-DE" dirty="0"/>
              <a:t>Unterpunkt 1</a:t>
            </a:r>
          </a:p>
          <a:p>
            <a:pPr lvl="2"/>
            <a:r>
              <a:rPr lang="de-DE" dirty="0"/>
              <a:t>Unterpunkt 1</a:t>
            </a:r>
          </a:p>
          <a:p>
            <a:pPr lvl="2"/>
            <a:r>
              <a:rPr lang="de-DE" dirty="0"/>
              <a:t>Unterpunkt 2</a:t>
            </a:r>
          </a:p>
          <a:p>
            <a:endParaRPr lang="de-DE" dirty="0"/>
          </a:p>
          <a:p>
            <a:r>
              <a:rPr lang="de-DE" dirty="0"/>
              <a:t>Bei größeren Listen die Standardeinstellung • verwenden</a:t>
            </a:r>
          </a:p>
          <a:p>
            <a:pPr lvl="1"/>
            <a:r>
              <a:rPr lang="de-DE" dirty="0"/>
              <a:t>Unterpunkt 1</a:t>
            </a:r>
          </a:p>
          <a:p>
            <a:pPr lvl="1"/>
            <a:r>
              <a:rPr lang="de-DE" dirty="0"/>
              <a:t>Unterpunkt 2</a:t>
            </a:r>
          </a:p>
          <a:p>
            <a:endParaRPr lang="en-US" dirty="0"/>
          </a:p>
        </p:txBody>
      </p:sp>
      <p:sp>
        <p:nvSpPr>
          <p:cNvPr id="3" name="Slide Number Placeholder 2">
            <a:extLst>
              <a:ext uri="{FF2B5EF4-FFF2-40B4-BE49-F238E27FC236}">
                <a16:creationId xmlns:a16="http://schemas.microsoft.com/office/drawing/2014/main" id="{C44891E6-FD77-4ED2-B33D-9D52420B512C}"/>
              </a:ext>
            </a:extLst>
          </p:cNvPr>
          <p:cNvSpPr>
            <a:spLocks noGrp="1"/>
          </p:cNvSpPr>
          <p:nvPr>
            <p:ph type="sldNum" sz="quarter" idx="11"/>
          </p:nvPr>
        </p:nvSpPr>
        <p:spPr/>
        <p:txBody>
          <a:bodyPr/>
          <a:lstStyle/>
          <a:p>
            <a:fld id="{CE58CB1E-F828-4F11-99E0-327109AF9DA4}" type="slidenum">
              <a:rPr lang="de-DE" smtClean="0"/>
              <a:pPr/>
              <a:t>15</a:t>
            </a:fld>
            <a:endParaRPr lang="de-DE" dirty="0"/>
          </a:p>
        </p:txBody>
      </p:sp>
      <p:sp>
        <p:nvSpPr>
          <p:cNvPr id="4" name="Footer Placeholder 3">
            <a:extLst>
              <a:ext uri="{FF2B5EF4-FFF2-40B4-BE49-F238E27FC236}">
                <a16:creationId xmlns:a16="http://schemas.microsoft.com/office/drawing/2014/main" id="{73735118-2018-403D-97C0-573C8DD06D6A}"/>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5E5BBDBF-7D0D-4939-977B-4D07FC6EF406}"/>
              </a:ext>
            </a:extLst>
          </p:cNvPr>
          <p:cNvSpPr>
            <a:spLocks noGrp="1"/>
          </p:cNvSpPr>
          <p:nvPr>
            <p:ph type="title"/>
          </p:nvPr>
        </p:nvSpPr>
        <p:spPr/>
        <p:txBody>
          <a:bodyPr/>
          <a:lstStyle/>
          <a:p>
            <a:r>
              <a:rPr lang="de-DE" dirty="0"/>
              <a:t>Aufzählung</a:t>
            </a:r>
            <a:endParaRPr lang="en-US" dirty="0"/>
          </a:p>
        </p:txBody>
      </p:sp>
    </p:spTree>
    <p:extLst>
      <p:ext uri="{BB962C8B-B14F-4D97-AF65-F5344CB8AC3E}">
        <p14:creationId xmlns:p14="http://schemas.microsoft.com/office/powerpoint/2010/main" val="3934807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A85FF1-78BE-40AA-B019-E2747DBE29E1}"/>
              </a:ext>
            </a:extLst>
          </p:cNvPr>
          <p:cNvSpPr>
            <a:spLocks noGrp="1"/>
          </p:cNvSpPr>
          <p:nvPr>
            <p:ph type="body" sz="quarter" idx="13"/>
          </p:nvPr>
        </p:nvSpPr>
        <p:spPr/>
        <p:txBody>
          <a:bodyPr/>
          <a:lstStyle/>
          <a:p>
            <a:r>
              <a:rPr lang="de-DE" dirty="0"/>
              <a:t>Bildbeschreibung</a:t>
            </a:r>
            <a:br>
              <a:rPr lang="de-DE" dirty="0"/>
            </a:br>
            <a:r>
              <a:rPr lang="de-DE" dirty="0"/>
              <a:t>oberer Bildrand: Begrenzung durch Text</a:t>
            </a:r>
          </a:p>
          <a:p>
            <a:endParaRPr lang="en-US" dirty="0"/>
          </a:p>
        </p:txBody>
      </p:sp>
      <p:sp>
        <p:nvSpPr>
          <p:cNvPr id="3" name="Slide Number Placeholder 2">
            <a:extLst>
              <a:ext uri="{FF2B5EF4-FFF2-40B4-BE49-F238E27FC236}">
                <a16:creationId xmlns:a16="http://schemas.microsoft.com/office/drawing/2014/main" id="{C961E094-9498-4B6A-8E9E-38F2D8748827}"/>
              </a:ext>
            </a:extLst>
          </p:cNvPr>
          <p:cNvSpPr>
            <a:spLocks noGrp="1"/>
          </p:cNvSpPr>
          <p:nvPr>
            <p:ph type="sldNum" sz="quarter" idx="15"/>
          </p:nvPr>
        </p:nvSpPr>
        <p:spPr/>
        <p:txBody>
          <a:bodyPr/>
          <a:lstStyle/>
          <a:p>
            <a:fld id="{CE58CB1E-F828-4F11-99E0-327109AF9DA4}" type="slidenum">
              <a:rPr lang="de-DE" smtClean="0"/>
              <a:pPr/>
              <a:t>16</a:t>
            </a:fld>
            <a:endParaRPr lang="de-DE" dirty="0"/>
          </a:p>
        </p:txBody>
      </p:sp>
      <p:sp>
        <p:nvSpPr>
          <p:cNvPr id="4" name="Footer Placeholder 3">
            <a:extLst>
              <a:ext uri="{FF2B5EF4-FFF2-40B4-BE49-F238E27FC236}">
                <a16:creationId xmlns:a16="http://schemas.microsoft.com/office/drawing/2014/main" id="{40C39931-4DC1-4B88-847F-31E7A9102F25}"/>
              </a:ext>
            </a:extLst>
          </p:cNvPr>
          <p:cNvSpPr>
            <a:spLocks noGrp="1"/>
          </p:cNvSpPr>
          <p:nvPr>
            <p:ph type="ftr" sz="quarter" idx="16"/>
          </p:nvPr>
        </p:nvSpPr>
        <p:spPr/>
        <p:txBody>
          <a:bodyPr/>
          <a:lstStyle/>
          <a:p>
            <a:r>
              <a:rPr lang="de-DE" dirty="0"/>
              <a:t>Dr. rer. nat. Erika Mustermann (TUM) </a:t>
            </a:r>
            <a:r>
              <a:rPr lang="de-DE" noProof="0" dirty="0"/>
              <a:t>| kann beliebig erweitert werden | Infos mit Strich trennen</a:t>
            </a:r>
          </a:p>
        </p:txBody>
      </p:sp>
      <p:sp>
        <p:nvSpPr>
          <p:cNvPr id="5" name="Content Placeholder 4">
            <a:extLst>
              <a:ext uri="{FF2B5EF4-FFF2-40B4-BE49-F238E27FC236}">
                <a16:creationId xmlns:a16="http://schemas.microsoft.com/office/drawing/2014/main" id="{61B5466E-F450-4C9E-95CB-C94D61329A00}"/>
              </a:ext>
            </a:extLst>
          </p:cNvPr>
          <p:cNvSpPr>
            <a:spLocks noGrp="1"/>
          </p:cNvSpPr>
          <p:nvPr>
            <p:ph sz="quarter" idx="18"/>
          </p:nvPr>
        </p:nvSpPr>
        <p:spPr/>
        <p:txBody>
          <a:bodyPr/>
          <a:lstStyle/>
          <a:p>
            <a:endParaRPr lang="en-US" dirty="0"/>
          </a:p>
        </p:txBody>
      </p:sp>
      <p:sp>
        <p:nvSpPr>
          <p:cNvPr id="6" name="Picture Placeholder 5">
            <a:extLst>
              <a:ext uri="{FF2B5EF4-FFF2-40B4-BE49-F238E27FC236}">
                <a16:creationId xmlns:a16="http://schemas.microsoft.com/office/drawing/2014/main" id="{B7801A1E-E597-4305-A6FD-6CB2C988F1A3}"/>
              </a:ext>
            </a:extLst>
          </p:cNvPr>
          <p:cNvSpPr>
            <a:spLocks noGrp="1"/>
          </p:cNvSpPr>
          <p:nvPr>
            <p:ph type="pic" sz="quarter" idx="14"/>
          </p:nvPr>
        </p:nvSpPr>
        <p:spPr/>
        <p:txBody>
          <a:bodyPr/>
          <a:lstStyle/>
          <a:p>
            <a:endParaRPr lang="en-US"/>
          </a:p>
        </p:txBody>
      </p:sp>
      <p:sp>
        <p:nvSpPr>
          <p:cNvPr id="7" name="Title 6">
            <a:extLst>
              <a:ext uri="{FF2B5EF4-FFF2-40B4-BE49-F238E27FC236}">
                <a16:creationId xmlns:a16="http://schemas.microsoft.com/office/drawing/2014/main" id="{30BCCAE0-0687-4A2C-BA45-3853851D2CBD}"/>
              </a:ext>
            </a:extLst>
          </p:cNvPr>
          <p:cNvSpPr>
            <a:spLocks noGrp="1"/>
          </p:cNvSpPr>
          <p:nvPr>
            <p:ph type="title"/>
          </p:nvPr>
        </p:nvSpPr>
        <p:spPr/>
        <p:txBody>
          <a:bodyPr/>
          <a:lstStyle/>
          <a:p>
            <a:r>
              <a:rPr lang="de-DE" dirty="0"/>
              <a:t>Bilder</a:t>
            </a:r>
          </a:p>
        </p:txBody>
      </p:sp>
    </p:spTree>
    <p:extLst>
      <p:ext uri="{BB962C8B-B14F-4D97-AF65-F5344CB8AC3E}">
        <p14:creationId xmlns:p14="http://schemas.microsoft.com/office/powerpoint/2010/main" val="1717918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50A2EC-1B56-2B5A-E8FF-E25762B3CF50}"/>
              </a:ext>
            </a:extLst>
          </p:cNvPr>
          <p:cNvSpPr>
            <a:spLocks noGrp="1"/>
          </p:cNvSpPr>
          <p:nvPr>
            <p:ph idx="14"/>
          </p:nvPr>
        </p:nvSpPr>
        <p:spPr/>
        <p:txBody>
          <a:bodyPr/>
          <a:lstStyle/>
          <a:p>
            <a:endParaRPr lang="en-GB"/>
          </a:p>
        </p:txBody>
      </p:sp>
      <p:sp>
        <p:nvSpPr>
          <p:cNvPr id="3" name="Content Placeholder 2">
            <a:extLst>
              <a:ext uri="{FF2B5EF4-FFF2-40B4-BE49-F238E27FC236}">
                <a16:creationId xmlns:a16="http://schemas.microsoft.com/office/drawing/2014/main" id="{EB7614E1-2B1E-E4F3-6AC2-572E80EE94D0}"/>
              </a:ext>
            </a:extLst>
          </p:cNvPr>
          <p:cNvSpPr>
            <a:spLocks noGrp="1"/>
          </p:cNvSpPr>
          <p:nvPr>
            <p:ph idx="15"/>
          </p:nvPr>
        </p:nvSpPr>
        <p:spPr/>
        <p:txBody>
          <a:bodyPr/>
          <a:lstStyle/>
          <a:p>
            <a:endParaRPr lang="en-GB"/>
          </a:p>
        </p:txBody>
      </p:sp>
      <p:sp>
        <p:nvSpPr>
          <p:cNvPr id="4" name="Slide Number Placeholder 3">
            <a:extLst>
              <a:ext uri="{FF2B5EF4-FFF2-40B4-BE49-F238E27FC236}">
                <a16:creationId xmlns:a16="http://schemas.microsoft.com/office/drawing/2014/main" id="{FCDC3A72-B94F-581D-AD66-7AC5034B8C9E}"/>
              </a:ext>
            </a:extLst>
          </p:cNvPr>
          <p:cNvSpPr>
            <a:spLocks noGrp="1"/>
          </p:cNvSpPr>
          <p:nvPr>
            <p:ph type="sldNum" sz="quarter" idx="16"/>
          </p:nvPr>
        </p:nvSpPr>
        <p:spPr/>
        <p:txBody>
          <a:bodyPr/>
          <a:lstStyle/>
          <a:p>
            <a:fld id="{CE58CB1E-F828-4F11-99E0-327109AF9DA4}" type="slidenum">
              <a:rPr lang="de-DE" smtClean="0"/>
              <a:pPr/>
              <a:t>17</a:t>
            </a:fld>
            <a:endParaRPr lang="de-DE" dirty="0"/>
          </a:p>
        </p:txBody>
      </p:sp>
      <p:sp>
        <p:nvSpPr>
          <p:cNvPr id="5" name="Footer Placeholder 4">
            <a:extLst>
              <a:ext uri="{FF2B5EF4-FFF2-40B4-BE49-F238E27FC236}">
                <a16:creationId xmlns:a16="http://schemas.microsoft.com/office/drawing/2014/main" id="{630216DB-F473-B707-2C60-605395F71D1C}"/>
              </a:ext>
            </a:extLst>
          </p:cNvPr>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AF292C4E-5BA4-3444-F631-FEFB080EF4BE}"/>
              </a:ext>
            </a:extLst>
          </p:cNvPr>
          <p:cNvSpPr>
            <a:spLocks noGrp="1"/>
          </p:cNvSpPr>
          <p:nvPr>
            <p:ph type="title"/>
          </p:nvPr>
        </p:nvSpPr>
        <p:spPr/>
        <p:txBody>
          <a:bodyPr/>
          <a:lstStyle/>
          <a:p>
            <a:r>
              <a:rPr lang="de-DE" dirty="0"/>
              <a:t>Bilder</a:t>
            </a:r>
            <a:endParaRPr lang="en-GB" dirty="0"/>
          </a:p>
        </p:txBody>
      </p:sp>
    </p:spTree>
    <p:extLst>
      <p:ext uri="{BB962C8B-B14F-4D97-AF65-F5344CB8AC3E}">
        <p14:creationId xmlns:p14="http://schemas.microsoft.com/office/powerpoint/2010/main" val="435784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F05BFB-8908-46EB-84F3-3B1D5835FAE4}"/>
              </a:ext>
            </a:extLst>
          </p:cNvPr>
          <p:cNvSpPr>
            <a:spLocks noGrp="1"/>
          </p:cNvSpPr>
          <p:nvPr>
            <p:ph idx="14"/>
          </p:nvPr>
        </p:nvSpPr>
        <p:spPr/>
        <p:txBody>
          <a:bodyPr/>
          <a:lstStyle/>
          <a:p>
            <a:r>
              <a:rPr lang="de-DE" dirty="0"/>
              <a:t>Überschrift 2</a:t>
            </a:r>
          </a:p>
          <a:p>
            <a:r>
              <a:rPr lang="de-DE" dirty="0"/>
              <a:t>Hier steht ein einleitender oder beschreibender Fließtext und nach Wunsch eine Aufzählung</a:t>
            </a:r>
          </a:p>
          <a:p>
            <a:r>
              <a:rPr lang="de-DE" dirty="0"/>
              <a:t>Punkt 1</a:t>
            </a:r>
          </a:p>
          <a:p>
            <a:endParaRPr lang="de-DE" dirty="0"/>
          </a:p>
          <a:p>
            <a:r>
              <a:rPr lang="de-DE" dirty="0"/>
              <a:t>Punkt 2</a:t>
            </a:r>
          </a:p>
          <a:p>
            <a:endParaRPr lang="de-DE" dirty="0"/>
          </a:p>
          <a:p>
            <a:r>
              <a:rPr lang="de-DE" dirty="0"/>
              <a:t>Punkt 3</a:t>
            </a:r>
          </a:p>
          <a:p>
            <a:endParaRPr lang="de-DE" dirty="0"/>
          </a:p>
          <a:p>
            <a:r>
              <a:rPr lang="de-DE" dirty="0"/>
              <a:t>Punkt 4</a:t>
            </a:r>
          </a:p>
          <a:p>
            <a:endParaRPr lang="en-US" dirty="0"/>
          </a:p>
        </p:txBody>
      </p:sp>
      <p:sp>
        <p:nvSpPr>
          <p:cNvPr id="3" name="Content Placeholder 2">
            <a:extLst>
              <a:ext uri="{FF2B5EF4-FFF2-40B4-BE49-F238E27FC236}">
                <a16:creationId xmlns:a16="http://schemas.microsoft.com/office/drawing/2014/main" id="{FD3E2BF3-FCFF-4F3A-9EA3-A0D3D606CDDD}"/>
              </a:ext>
            </a:extLst>
          </p:cNvPr>
          <p:cNvSpPr>
            <a:spLocks noGrp="1"/>
          </p:cNvSpPr>
          <p:nvPr>
            <p:ph idx="15"/>
          </p:nvPr>
        </p:nvSpPr>
        <p:spPr/>
        <p:txBody>
          <a:bodyPr/>
          <a:lstStyle/>
          <a:p>
            <a:endParaRPr lang="en-US"/>
          </a:p>
        </p:txBody>
      </p:sp>
      <p:sp>
        <p:nvSpPr>
          <p:cNvPr id="4" name="Slide Number Placeholder 3">
            <a:extLst>
              <a:ext uri="{FF2B5EF4-FFF2-40B4-BE49-F238E27FC236}">
                <a16:creationId xmlns:a16="http://schemas.microsoft.com/office/drawing/2014/main" id="{B00B1BF6-1E0F-4AD0-89BA-806F600E6D7D}"/>
              </a:ext>
            </a:extLst>
          </p:cNvPr>
          <p:cNvSpPr>
            <a:spLocks noGrp="1"/>
          </p:cNvSpPr>
          <p:nvPr>
            <p:ph type="sldNum" sz="quarter" idx="16"/>
          </p:nvPr>
        </p:nvSpPr>
        <p:spPr/>
        <p:txBody>
          <a:bodyPr/>
          <a:lstStyle/>
          <a:p>
            <a:fld id="{CE58CB1E-F828-4F11-99E0-327109AF9DA4}" type="slidenum">
              <a:rPr lang="de-DE" smtClean="0"/>
              <a:pPr/>
              <a:t>18</a:t>
            </a:fld>
            <a:endParaRPr lang="de-DE" dirty="0"/>
          </a:p>
        </p:txBody>
      </p:sp>
      <p:sp>
        <p:nvSpPr>
          <p:cNvPr id="5" name="Footer Placeholder 4">
            <a:extLst>
              <a:ext uri="{FF2B5EF4-FFF2-40B4-BE49-F238E27FC236}">
                <a16:creationId xmlns:a16="http://schemas.microsoft.com/office/drawing/2014/main" id="{B4AEE372-D5A0-447D-9407-E3C69944FFDA}"/>
              </a:ext>
            </a:extLst>
          </p:cNvPr>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0514C42E-BA49-4954-A66B-22C9793B6568}"/>
              </a:ext>
            </a:extLst>
          </p:cNvPr>
          <p:cNvSpPr>
            <a:spLocks noGrp="1"/>
          </p:cNvSpPr>
          <p:nvPr>
            <p:ph type="title"/>
          </p:nvPr>
        </p:nvSpPr>
        <p:spPr/>
        <p:txBody>
          <a:bodyPr/>
          <a:lstStyle/>
          <a:p>
            <a:r>
              <a:rPr lang="de-DE" dirty="0"/>
              <a:t>Bilder</a:t>
            </a:r>
            <a:endParaRPr lang="en-US" dirty="0"/>
          </a:p>
        </p:txBody>
      </p:sp>
    </p:spTree>
    <p:extLst>
      <p:ext uri="{BB962C8B-B14F-4D97-AF65-F5344CB8AC3E}">
        <p14:creationId xmlns:p14="http://schemas.microsoft.com/office/powerpoint/2010/main" val="3265107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6EAC1-5F22-4CF2-9231-0C74E797FEA5}"/>
              </a:ext>
            </a:extLst>
          </p:cNvPr>
          <p:cNvSpPr>
            <a:spLocks noGrp="1"/>
          </p:cNvSpPr>
          <p:nvPr>
            <p:ph idx="1"/>
          </p:nvPr>
        </p:nvSpPr>
        <p:spPr/>
        <p:txBody>
          <a:bodyPr/>
          <a:lstStyle/>
          <a:p>
            <a:endParaRPr lang="en-US"/>
          </a:p>
        </p:txBody>
      </p:sp>
      <p:sp>
        <p:nvSpPr>
          <p:cNvPr id="3" name="Slide Number Placeholder 2">
            <a:extLst>
              <a:ext uri="{FF2B5EF4-FFF2-40B4-BE49-F238E27FC236}">
                <a16:creationId xmlns:a16="http://schemas.microsoft.com/office/drawing/2014/main" id="{5D64ECBB-3A13-41FA-B2A9-1DDCCDE02EBB}"/>
              </a:ext>
            </a:extLst>
          </p:cNvPr>
          <p:cNvSpPr>
            <a:spLocks noGrp="1"/>
          </p:cNvSpPr>
          <p:nvPr>
            <p:ph type="sldNum" sz="quarter" idx="11"/>
          </p:nvPr>
        </p:nvSpPr>
        <p:spPr/>
        <p:txBody>
          <a:bodyPr/>
          <a:lstStyle/>
          <a:p>
            <a:fld id="{CE58CB1E-F828-4F11-99E0-327109AF9DA4}" type="slidenum">
              <a:rPr lang="de-DE" smtClean="0"/>
              <a:pPr/>
              <a:t>19</a:t>
            </a:fld>
            <a:endParaRPr lang="de-DE" dirty="0"/>
          </a:p>
        </p:txBody>
      </p:sp>
      <p:sp>
        <p:nvSpPr>
          <p:cNvPr id="4" name="Footer Placeholder 3">
            <a:extLst>
              <a:ext uri="{FF2B5EF4-FFF2-40B4-BE49-F238E27FC236}">
                <a16:creationId xmlns:a16="http://schemas.microsoft.com/office/drawing/2014/main" id="{53D935A0-38F6-4399-8C60-AAFF1B191BA6}"/>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F4740027-E91E-4DAB-B05A-E3E7BA828287}"/>
              </a:ext>
            </a:extLst>
          </p:cNvPr>
          <p:cNvSpPr>
            <a:spLocks noGrp="1"/>
          </p:cNvSpPr>
          <p:nvPr>
            <p:ph type="body" sz="quarter" idx="13"/>
          </p:nvPr>
        </p:nvSpPr>
        <p:spPr/>
        <p:txBody>
          <a:bodyPr/>
          <a:lstStyle/>
          <a:p>
            <a:r>
              <a:rPr lang="de-DE" dirty="0"/>
              <a:t>Bildbeschreibung</a:t>
            </a:r>
            <a:br>
              <a:rPr lang="de-DE" dirty="0"/>
            </a:br>
            <a:r>
              <a:rPr lang="de-DE" dirty="0"/>
              <a:t>oberer Bildrand: Begrenzung durch Text</a:t>
            </a:r>
          </a:p>
          <a:p>
            <a:endParaRPr lang="en-US" dirty="0"/>
          </a:p>
        </p:txBody>
      </p:sp>
      <p:sp>
        <p:nvSpPr>
          <p:cNvPr id="6" name="Title 5">
            <a:extLst>
              <a:ext uri="{FF2B5EF4-FFF2-40B4-BE49-F238E27FC236}">
                <a16:creationId xmlns:a16="http://schemas.microsoft.com/office/drawing/2014/main" id="{C929B571-C654-47E4-837F-169518A85D27}"/>
              </a:ext>
            </a:extLst>
          </p:cNvPr>
          <p:cNvSpPr>
            <a:spLocks noGrp="1"/>
          </p:cNvSpPr>
          <p:nvPr>
            <p:ph type="title"/>
          </p:nvPr>
        </p:nvSpPr>
        <p:spPr/>
        <p:txBody>
          <a:bodyPr/>
          <a:lstStyle/>
          <a:p>
            <a:r>
              <a:rPr lang="de-DE" dirty="0"/>
              <a:t>Bilder</a:t>
            </a:r>
            <a:endParaRPr lang="en-US" dirty="0"/>
          </a:p>
        </p:txBody>
      </p:sp>
    </p:spTree>
    <p:extLst>
      <p:ext uri="{BB962C8B-B14F-4D97-AF65-F5344CB8AC3E}">
        <p14:creationId xmlns:p14="http://schemas.microsoft.com/office/powerpoint/2010/main" val="2016508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EC73F-5ADA-45FA-8881-884C4A1B6B30}"/>
              </a:ext>
            </a:extLst>
          </p:cNvPr>
          <p:cNvSpPr>
            <a:spLocks noGrp="1"/>
          </p:cNvSpPr>
          <p:nvPr>
            <p:ph type="sldNum" sz="quarter" idx="15"/>
          </p:nvPr>
        </p:nvSpPr>
        <p:spPr/>
        <p:txBody>
          <a:bodyPr/>
          <a:lstStyle/>
          <a:p>
            <a:fld id="{CE58CB1E-F828-4F11-99E0-327109AF9DA4}" type="slidenum">
              <a:rPr lang="de-DE" smtClean="0"/>
              <a:pPr/>
              <a:t>20</a:t>
            </a:fld>
            <a:endParaRPr lang="de-DE" dirty="0"/>
          </a:p>
        </p:txBody>
      </p:sp>
      <p:sp>
        <p:nvSpPr>
          <p:cNvPr id="3" name="Footer Placeholder 2">
            <a:extLst>
              <a:ext uri="{FF2B5EF4-FFF2-40B4-BE49-F238E27FC236}">
                <a16:creationId xmlns:a16="http://schemas.microsoft.com/office/drawing/2014/main" id="{F250F070-5E13-427F-8E69-64AEBA0C64E3}"/>
              </a:ext>
            </a:extLst>
          </p:cNvPr>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4" name="Picture Placeholder 3">
            <a:extLst>
              <a:ext uri="{FF2B5EF4-FFF2-40B4-BE49-F238E27FC236}">
                <a16:creationId xmlns:a16="http://schemas.microsoft.com/office/drawing/2014/main" id="{E3903DB6-C385-413D-A61A-238876DF1FBE}"/>
              </a:ext>
            </a:extLst>
          </p:cNvPr>
          <p:cNvSpPr>
            <a:spLocks noGrp="1"/>
          </p:cNvSpPr>
          <p:nvPr>
            <p:ph type="pic" sz="quarter" idx="17"/>
          </p:nvPr>
        </p:nvSpPr>
        <p:spPr>
          <a:xfrm>
            <a:off x="0" y="1771076"/>
            <a:ext cx="9144000" cy="3372424"/>
          </a:xfrm>
        </p:spPr>
        <p:txBody>
          <a:bodyPr/>
          <a:lstStyle/>
          <a:p>
            <a:endParaRPr lang="en-US"/>
          </a:p>
        </p:txBody>
      </p:sp>
      <p:sp>
        <p:nvSpPr>
          <p:cNvPr id="5" name="Text Placeholder 4">
            <a:extLst>
              <a:ext uri="{FF2B5EF4-FFF2-40B4-BE49-F238E27FC236}">
                <a16:creationId xmlns:a16="http://schemas.microsoft.com/office/drawing/2014/main" id="{05A74B60-58F6-40EF-A346-D3FE37FC3C23}"/>
              </a:ext>
            </a:extLst>
          </p:cNvPr>
          <p:cNvSpPr>
            <a:spLocks noGrp="1"/>
          </p:cNvSpPr>
          <p:nvPr>
            <p:ph type="body" sz="quarter" idx="18"/>
          </p:nvPr>
        </p:nvSpPr>
        <p:spPr/>
        <p:txBody>
          <a:bodyPr/>
          <a:lstStyle/>
          <a:p>
            <a:r>
              <a:rPr lang="de-DE" dirty="0"/>
              <a:t>Bildbeschreibung</a:t>
            </a:r>
            <a:br>
              <a:rPr lang="de-DE" dirty="0"/>
            </a:br>
            <a:r>
              <a:rPr lang="de-DE" dirty="0"/>
              <a:t>oberer Bildrand: Begrenzung durch Text</a:t>
            </a:r>
          </a:p>
          <a:p>
            <a:endParaRPr lang="en-US" dirty="0"/>
          </a:p>
        </p:txBody>
      </p:sp>
      <p:sp>
        <p:nvSpPr>
          <p:cNvPr id="6" name="Title 5">
            <a:extLst>
              <a:ext uri="{FF2B5EF4-FFF2-40B4-BE49-F238E27FC236}">
                <a16:creationId xmlns:a16="http://schemas.microsoft.com/office/drawing/2014/main" id="{5C406D19-AEEB-4CF5-96C6-DD1F9D5C9217}"/>
              </a:ext>
            </a:extLst>
          </p:cNvPr>
          <p:cNvSpPr>
            <a:spLocks noGrp="1"/>
          </p:cNvSpPr>
          <p:nvPr>
            <p:ph type="title"/>
          </p:nvPr>
        </p:nvSpPr>
        <p:spPr/>
        <p:txBody>
          <a:bodyPr/>
          <a:lstStyle/>
          <a:p>
            <a:r>
              <a:rPr lang="de-DE" dirty="0"/>
              <a:t>Bilder</a:t>
            </a:r>
          </a:p>
        </p:txBody>
      </p:sp>
    </p:spTree>
    <p:extLst>
      <p:ext uri="{BB962C8B-B14F-4D97-AF65-F5344CB8AC3E}">
        <p14:creationId xmlns:p14="http://schemas.microsoft.com/office/powerpoint/2010/main" val="690762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EC73F-5ADA-45FA-8881-884C4A1B6B30}"/>
              </a:ext>
            </a:extLst>
          </p:cNvPr>
          <p:cNvSpPr>
            <a:spLocks noGrp="1"/>
          </p:cNvSpPr>
          <p:nvPr>
            <p:ph type="sldNum" sz="quarter" idx="15"/>
          </p:nvPr>
        </p:nvSpPr>
        <p:spPr/>
        <p:txBody>
          <a:bodyPr/>
          <a:lstStyle/>
          <a:p>
            <a:fld id="{CE58CB1E-F828-4F11-99E0-327109AF9DA4}" type="slidenum">
              <a:rPr lang="de-DE" smtClean="0"/>
              <a:pPr/>
              <a:t>21</a:t>
            </a:fld>
            <a:endParaRPr lang="de-DE" dirty="0"/>
          </a:p>
        </p:txBody>
      </p:sp>
      <p:sp>
        <p:nvSpPr>
          <p:cNvPr id="3" name="Footer Placeholder 2">
            <a:extLst>
              <a:ext uri="{FF2B5EF4-FFF2-40B4-BE49-F238E27FC236}">
                <a16:creationId xmlns:a16="http://schemas.microsoft.com/office/drawing/2014/main" id="{F250F070-5E13-427F-8E69-64AEBA0C64E3}"/>
              </a:ext>
            </a:extLst>
          </p:cNvPr>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4" name="Picture Placeholder 3">
            <a:extLst>
              <a:ext uri="{FF2B5EF4-FFF2-40B4-BE49-F238E27FC236}">
                <a16:creationId xmlns:a16="http://schemas.microsoft.com/office/drawing/2014/main" id="{E3903DB6-C385-413D-A61A-238876DF1FBE}"/>
              </a:ext>
            </a:extLst>
          </p:cNvPr>
          <p:cNvSpPr>
            <a:spLocks noGrp="1"/>
          </p:cNvSpPr>
          <p:nvPr>
            <p:ph type="pic" sz="quarter" idx="17"/>
          </p:nvPr>
        </p:nvSpPr>
        <p:spPr>
          <a:xfrm>
            <a:off x="0" y="1771076"/>
            <a:ext cx="9144000" cy="3372424"/>
          </a:xfrm>
        </p:spPr>
        <p:txBody>
          <a:bodyPr/>
          <a:lstStyle/>
          <a:p>
            <a:endParaRPr lang="en-US"/>
          </a:p>
        </p:txBody>
      </p:sp>
      <p:sp>
        <p:nvSpPr>
          <p:cNvPr id="5" name="Text Placeholder 4">
            <a:extLst>
              <a:ext uri="{FF2B5EF4-FFF2-40B4-BE49-F238E27FC236}">
                <a16:creationId xmlns:a16="http://schemas.microsoft.com/office/drawing/2014/main" id="{05A74B60-58F6-40EF-A346-D3FE37FC3C23}"/>
              </a:ext>
            </a:extLst>
          </p:cNvPr>
          <p:cNvSpPr>
            <a:spLocks noGrp="1"/>
          </p:cNvSpPr>
          <p:nvPr>
            <p:ph type="body" sz="quarter" idx="18"/>
          </p:nvPr>
        </p:nvSpPr>
        <p:spPr/>
        <p:txBody>
          <a:bodyPr/>
          <a:lstStyle/>
          <a:p>
            <a:r>
              <a:rPr lang="de-DE" dirty="0"/>
              <a:t>Weißer bzw. transparenter Hintergrund</a:t>
            </a:r>
            <a:br>
              <a:rPr lang="de-DE" dirty="0"/>
            </a:br>
            <a:r>
              <a:rPr lang="de-DE" dirty="0"/>
              <a:t>mit genug Freiraum anordnen</a:t>
            </a:r>
          </a:p>
          <a:p>
            <a:endParaRPr lang="en-US" dirty="0"/>
          </a:p>
        </p:txBody>
      </p:sp>
      <p:sp>
        <p:nvSpPr>
          <p:cNvPr id="6" name="Title 5">
            <a:extLst>
              <a:ext uri="{FF2B5EF4-FFF2-40B4-BE49-F238E27FC236}">
                <a16:creationId xmlns:a16="http://schemas.microsoft.com/office/drawing/2014/main" id="{5C406D19-AEEB-4CF5-96C6-DD1F9D5C9217}"/>
              </a:ext>
            </a:extLst>
          </p:cNvPr>
          <p:cNvSpPr>
            <a:spLocks noGrp="1"/>
          </p:cNvSpPr>
          <p:nvPr>
            <p:ph type="title"/>
          </p:nvPr>
        </p:nvSpPr>
        <p:spPr/>
        <p:txBody>
          <a:bodyPr/>
          <a:lstStyle/>
          <a:p>
            <a:r>
              <a:rPr lang="de-DE" dirty="0"/>
              <a:t>Nicht formatfüllende Bilder</a:t>
            </a:r>
          </a:p>
        </p:txBody>
      </p:sp>
    </p:spTree>
    <p:extLst>
      <p:ext uri="{BB962C8B-B14F-4D97-AF65-F5344CB8AC3E}">
        <p14:creationId xmlns:p14="http://schemas.microsoft.com/office/powerpoint/2010/main" val="1776011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C842F60-ABCD-4687-9702-D43955E0A451}"/>
              </a:ext>
            </a:extLst>
          </p:cNvPr>
          <p:cNvSpPr>
            <a:spLocks noGrp="1"/>
          </p:cNvSpPr>
          <p:nvPr>
            <p:ph type="pic" sz="quarter" idx="14"/>
          </p:nvPr>
        </p:nvSpPr>
        <p:spPr/>
        <p:txBody>
          <a:bodyPr/>
          <a:lstStyle/>
          <a:p>
            <a:endParaRPr lang="en-US"/>
          </a:p>
        </p:txBody>
      </p:sp>
      <p:sp>
        <p:nvSpPr>
          <p:cNvPr id="3" name="Slide Number Placeholder 2">
            <a:extLst>
              <a:ext uri="{FF2B5EF4-FFF2-40B4-BE49-F238E27FC236}">
                <a16:creationId xmlns:a16="http://schemas.microsoft.com/office/drawing/2014/main" id="{EDFCB050-B11E-43DD-A1F4-F46936124ADA}"/>
              </a:ext>
            </a:extLst>
          </p:cNvPr>
          <p:cNvSpPr>
            <a:spLocks noGrp="1"/>
          </p:cNvSpPr>
          <p:nvPr>
            <p:ph type="sldNum" sz="quarter" idx="15"/>
          </p:nvPr>
        </p:nvSpPr>
        <p:spPr/>
        <p:txBody>
          <a:bodyPr/>
          <a:lstStyle/>
          <a:p>
            <a:fld id="{CE58CB1E-F828-4F11-99E0-327109AF9DA4}" type="slidenum">
              <a:rPr lang="de-DE" smtClean="0"/>
              <a:pPr/>
              <a:t>22</a:t>
            </a:fld>
            <a:endParaRPr lang="de-DE" dirty="0"/>
          </a:p>
        </p:txBody>
      </p:sp>
      <p:sp>
        <p:nvSpPr>
          <p:cNvPr id="4" name="Footer Placeholder 3">
            <a:extLst>
              <a:ext uri="{FF2B5EF4-FFF2-40B4-BE49-F238E27FC236}">
                <a16:creationId xmlns:a16="http://schemas.microsoft.com/office/drawing/2014/main" id="{6047DB3A-5C7D-4BCC-AA09-623DDED6A453}"/>
              </a:ext>
            </a:extLst>
          </p:cNvPr>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FD152465-AF3D-42CF-A0ED-5D1FC584AD1F}"/>
              </a:ext>
            </a:extLst>
          </p:cNvPr>
          <p:cNvSpPr>
            <a:spLocks noGrp="1"/>
          </p:cNvSpPr>
          <p:nvPr>
            <p:ph type="title"/>
          </p:nvPr>
        </p:nvSpPr>
        <p:spPr/>
        <p:txBody>
          <a:bodyPr/>
          <a:lstStyle/>
          <a:p>
            <a:r>
              <a:rPr lang="de-DE" dirty="0"/>
              <a:t>Bilder Format füllend - maximale Bildgröße</a:t>
            </a:r>
            <a:endParaRPr lang="en-US" dirty="0"/>
          </a:p>
        </p:txBody>
      </p:sp>
    </p:spTree>
    <p:extLst>
      <p:ext uri="{BB962C8B-B14F-4D97-AF65-F5344CB8AC3E}">
        <p14:creationId xmlns:p14="http://schemas.microsoft.com/office/powerpoint/2010/main" val="2735472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CEB6E5-E487-4489-BCB4-AABD438F8135}"/>
              </a:ext>
            </a:extLst>
          </p:cNvPr>
          <p:cNvSpPr>
            <a:spLocks noGrp="1"/>
          </p:cNvSpPr>
          <p:nvPr>
            <p:ph type="sldNum" sz="quarter" idx="15"/>
          </p:nvPr>
        </p:nvSpPr>
        <p:spPr/>
        <p:txBody>
          <a:bodyPr/>
          <a:lstStyle/>
          <a:p>
            <a:fld id="{CE58CB1E-F828-4F11-99E0-327109AF9DA4}" type="slidenum">
              <a:rPr lang="de-DE" smtClean="0"/>
              <a:pPr/>
              <a:t>23</a:t>
            </a:fld>
            <a:endParaRPr lang="de-DE" dirty="0"/>
          </a:p>
        </p:txBody>
      </p:sp>
      <p:sp>
        <p:nvSpPr>
          <p:cNvPr id="3" name="Footer Placeholder 2">
            <a:extLst>
              <a:ext uri="{FF2B5EF4-FFF2-40B4-BE49-F238E27FC236}">
                <a16:creationId xmlns:a16="http://schemas.microsoft.com/office/drawing/2014/main" id="{A3D95715-3AD4-4064-80E8-E3D8E7B06ADD}"/>
              </a:ext>
            </a:extLst>
          </p:cNvPr>
          <p:cNvSpPr>
            <a:spLocks noGrp="1"/>
          </p:cNvSpPr>
          <p:nvPr>
            <p:ph type="ftr" sz="quarter" idx="16"/>
          </p:nvPr>
        </p:nvSpPr>
        <p:spPr/>
        <p:txBody>
          <a:bodyPr/>
          <a:lstStyle/>
          <a:p>
            <a:r>
              <a:rPr lang="de-DE" dirty="0"/>
              <a:t>Dr. rer. nat. Erika Mustermann (TUM) </a:t>
            </a:r>
            <a:r>
              <a:rPr lang="de-DE" noProof="0" dirty="0"/>
              <a:t>| kann beliebig erweitert werden | Infos mit Strich trennen</a:t>
            </a:r>
          </a:p>
        </p:txBody>
      </p:sp>
      <p:sp>
        <p:nvSpPr>
          <p:cNvPr id="4" name="Content Placeholder 3">
            <a:extLst>
              <a:ext uri="{FF2B5EF4-FFF2-40B4-BE49-F238E27FC236}">
                <a16:creationId xmlns:a16="http://schemas.microsoft.com/office/drawing/2014/main" id="{3B66D38F-04E1-40B0-B08E-315947FC810C}"/>
              </a:ext>
            </a:extLst>
          </p:cNvPr>
          <p:cNvSpPr>
            <a:spLocks noGrp="1"/>
          </p:cNvSpPr>
          <p:nvPr>
            <p:ph sz="quarter" idx="18"/>
          </p:nvPr>
        </p:nvSpPr>
        <p:spPr/>
        <p:txBody>
          <a:bodyPr/>
          <a:lstStyle/>
          <a:p>
            <a:r>
              <a:rPr lang="de-DE" dirty="0"/>
              <a:t>Bilderklärung</a:t>
            </a:r>
          </a:p>
          <a:p>
            <a:endParaRPr lang="en-US" dirty="0"/>
          </a:p>
        </p:txBody>
      </p:sp>
      <p:sp>
        <p:nvSpPr>
          <p:cNvPr id="5" name="Picture Placeholder 4">
            <a:extLst>
              <a:ext uri="{FF2B5EF4-FFF2-40B4-BE49-F238E27FC236}">
                <a16:creationId xmlns:a16="http://schemas.microsoft.com/office/drawing/2014/main" id="{4F4F6ABA-0351-43C0-A108-2528D21ADE78}"/>
              </a:ext>
            </a:extLst>
          </p:cNvPr>
          <p:cNvSpPr>
            <a:spLocks noGrp="1"/>
          </p:cNvSpPr>
          <p:nvPr>
            <p:ph type="pic" sz="quarter" idx="14"/>
          </p:nvPr>
        </p:nvSpPr>
        <p:spPr/>
        <p:txBody>
          <a:bodyPr/>
          <a:lstStyle/>
          <a:p>
            <a:endParaRPr lang="en-US"/>
          </a:p>
        </p:txBody>
      </p:sp>
      <p:sp>
        <p:nvSpPr>
          <p:cNvPr id="6" name="Text Placeholder 5">
            <a:extLst>
              <a:ext uri="{FF2B5EF4-FFF2-40B4-BE49-F238E27FC236}">
                <a16:creationId xmlns:a16="http://schemas.microsoft.com/office/drawing/2014/main" id="{9BB468F8-2442-4039-ACA6-B13B0D7EB205}"/>
              </a:ext>
            </a:extLst>
          </p:cNvPr>
          <p:cNvSpPr>
            <a:spLocks noGrp="1"/>
          </p:cNvSpPr>
          <p:nvPr>
            <p:ph type="body" sz="quarter" idx="19"/>
          </p:nvPr>
        </p:nvSpPr>
        <p:spPr/>
        <p:txBody>
          <a:bodyPr/>
          <a:lstStyle/>
          <a:p>
            <a:r>
              <a:rPr lang="de-DE" dirty="0"/>
              <a:t>Alternativ mit formatfüllendem Hintergrund: 5 % schwarz</a:t>
            </a:r>
          </a:p>
          <a:p>
            <a:r>
              <a:rPr lang="de-DE" dirty="0"/>
              <a:t>Beschriftungen können zusätzlich neben den Bildern angebracht werden</a:t>
            </a:r>
          </a:p>
          <a:p>
            <a:endParaRPr lang="en-US" dirty="0"/>
          </a:p>
        </p:txBody>
      </p:sp>
      <p:sp>
        <p:nvSpPr>
          <p:cNvPr id="7" name="Title 6">
            <a:extLst>
              <a:ext uri="{FF2B5EF4-FFF2-40B4-BE49-F238E27FC236}">
                <a16:creationId xmlns:a16="http://schemas.microsoft.com/office/drawing/2014/main" id="{25FA6635-9913-4DE0-B89C-850A119720F4}"/>
              </a:ext>
            </a:extLst>
          </p:cNvPr>
          <p:cNvSpPr>
            <a:spLocks noGrp="1"/>
          </p:cNvSpPr>
          <p:nvPr>
            <p:ph type="title"/>
          </p:nvPr>
        </p:nvSpPr>
        <p:spPr/>
        <p:txBody>
          <a:bodyPr/>
          <a:lstStyle/>
          <a:p>
            <a:r>
              <a:rPr lang="de-DE" dirty="0"/>
              <a:t>Nicht Format füllende Bilder</a:t>
            </a:r>
            <a:endParaRPr lang="en-US" dirty="0"/>
          </a:p>
        </p:txBody>
      </p:sp>
    </p:spTree>
    <p:extLst>
      <p:ext uri="{BB962C8B-B14F-4D97-AF65-F5344CB8AC3E}">
        <p14:creationId xmlns:p14="http://schemas.microsoft.com/office/powerpoint/2010/main" val="347300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35C566-DAA7-46B7-9C72-84D46E008213}"/>
              </a:ext>
            </a:extLst>
          </p:cNvPr>
          <p:cNvSpPr>
            <a:spLocks noGrp="1"/>
          </p:cNvSpPr>
          <p:nvPr>
            <p:ph type="sldNum" sz="quarter" idx="11"/>
          </p:nvPr>
        </p:nvSpPr>
        <p:spPr/>
        <p:txBody>
          <a:bodyPr/>
          <a:lstStyle/>
          <a:p>
            <a:fld id="{CE58CB1E-F828-4F11-99E0-327109AF9DA4}" type="slidenum">
              <a:rPr lang="de-DE" smtClean="0"/>
              <a:pPr/>
              <a:t>24</a:t>
            </a:fld>
            <a:endParaRPr lang="de-DE" dirty="0"/>
          </a:p>
        </p:txBody>
      </p:sp>
      <p:sp>
        <p:nvSpPr>
          <p:cNvPr id="4" name="Footer Placeholder 3">
            <a:extLst>
              <a:ext uri="{FF2B5EF4-FFF2-40B4-BE49-F238E27FC236}">
                <a16:creationId xmlns:a16="http://schemas.microsoft.com/office/drawing/2014/main" id="{29C1DBAB-F276-4EC5-BE3A-C6B25EB879C9}"/>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B72F6346-9A7C-4A4E-BFA4-E54858325031}"/>
              </a:ext>
            </a:extLst>
          </p:cNvPr>
          <p:cNvSpPr>
            <a:spLocks noGrp="1"/>
          </p:cNvSpPr>
          <p:nvPr>
            <p:ph type="body" sz="quarter" idx="13"/>
          </p:nvPr>
        </p:nvSpPr>
        <p:spPr/>
        <p:txBody>
          <a:bodyPr/>
          <a:lstStyle/>
          <a:p>
            <a:r>
              <a:rPr lang="de-DE" dirty="0"/>
              <a:t>Tabelle ohne Farbe und kein Rand</a:t>
            </a:r>
            <a:br>
              <a:rPr lang="de-DE" dirty="0"/>
            </a:br>
            <a:r>
              <a:rPr lang="de-DE" dirty="0"/>
              <a:t>innerer Seitenrand links 0 cm, oben z.B. 0,5 cm (für genug Zeilenabstand innerhalb) </a:t>
            </a:r>
          </a:p>
          <a:p>
            <a:endParaRPr lang="en-US" dirty="0"/>
          </a:p>
        </p:txBody>
      </p:sp>
      <p:sp>
        <p:nvSpPr>
          <p:cNvPr id="6" name="Title 5">
            <a:extLst>
              <a:ext uri="{FF2B5EF4-FFF2-40B4-BE49-F238E27FC236}">
                <a16:creationId xmlns:a16="http://schemas.microsoft.com/office/drawing/2014/main" id="{2DE6C2B9-B188-49AA-85A7-D552754022C9}"/>
              </a:ext>
            </a:extLst>
          </p:cNvPr>
          <p:cNvSpPr>
            <a:spLocks noGrp="1"/>
          </p:cNvSpPr>
          <p:nvPr>
            <p:ph type="title"/>
          </p:nvPr>
        </p:nvSpPr>
        <p:spPr/>
        <p:txBody>
          <a:bodyPr/>
          <a:lstStyle/>
          <a:p>
            <a:r>
              <a:rPr lang="de-DE" dirty="0"/>
              <a:t>Tabelle – Beispiel 1</a:t>
            </a:r>
            <a:endParaRPr lang="en-US" dirty="0"/>
          </a:p>
        </p:txBody>
      </p:sp>
      <p:pic>
        <p:nvPicPr>
          <p:cNvPr id="7" name="Picture 6">
            <a:extLst>
              <a:ext uri="{FF2B5EF4-FFF2-40B4-BE49-F238E27FC236}">
                <a16:creationId xmlns:a16="http://schemas.microsoft.com/office/drawing/2014/main" id="{2EBF4EFA-5CC0-48EF-9098-8D831EE14A5E}"/>
              </a:ext>
            </a:extLst>
          </p:cNvPr>
          <p:cNvPicPr>
            <a:picLocks noChangeAspect="1"/>
          </p:cNvPicPr>
          <p:nvPr/>
        </p:nvPicPr>
        <p:blipFill>
          <a:blip r:embed="rId2"/>
          <a:stretch>
            <a:fillRect/>
          </a:stretch>
        </p:blipFill>
        <p:spPr>
          <a:xfrm>
            <a:off x="319090" y="2118784"/>
            <a:ext cx="8516850" cy="1682642"/>
          </a:xfrm>
          <a:prstGeom prst="rect">
            <a:avLst/>
          </a:prstGeom>
        </p:spPr>
      </p:pic>
    </p:spTree>
    <p:extLst>
      <p:ext uri="{BB962C8B-B14F-4D97-AF65-F5344CB8AC3E}">
        <p14:creationId xmlns:p14="http://schemas.microsoft.com/office/powerpoint/2010/main" val="2617115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ECE4A1F-B9E0-4888-BAEA-2B3CD0E79743}"/>
              </a:ext>
            </a:extLst>
          </p:cNvPr>
          <p:cNvSpPr>
            <a:spLocks noGrp="1"/>
          </p:cNvSpPr>
          <p:nvPr>
            <p:ph type="sldNum" sz="quarter" idx="11"/>
          </p:nvPr>
        </p:nvSpPr>
        <p:spPr/>
        <p:txBody>
          <a:bodyPr/>
          <a:lstStyle/>
          <a:p>
            <a:fld id="{CE58CB1E-F828-4F11-99E0-327109AF9DA4}" type="slidenum">
              <a:rPr lang="de-DE" smtClean="0"/>
              <a:pPr/>
              <a:t>25</a:t>
            </a:fld>
            <a:endParaRPr lang="de-DE" dirty="0"/>
          </a:p>
        </p:txBody>
      </p:sp>
      <p:sp>
        <p:nvSpPr>
          <p:cNvPr id="4" name="Footer Placeholder 3">
            <a:extLst>
              <a:ext uri="{FF2B5EF4-FFF2-40B4-BE49-F238E27FC236}">
                <a16:creationId xmlns:a16="http://schemas.microsoft.com/office/drawing/2014/main" id="{4B0F69C2-DAA4-4504-A82F-E14E9FF0BD90}"/>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28B00EFA-8ADF-4519-A704-B3B184E21E36}"/>
              </a:ext>
            </a:extLst>
          </p:cNvPr>
          <p:cNvSpPr>
            <a:spLocks noGrp="1"/>
          </p:cNvSpPr>
          <p:nvPr>
            <p:ph type="body" sz="quarter" idx="13"/>
          </p:nvPr>
        </p:nvSpPr>
        <p:spPr/>
        <p:txBody>
          <a:bodyPr/>
          <a:lstStyle/>
          <a:p>
            <a:r>
              <a:rPr lang="de-DE" dirty="0"/>
              <a:t>Tabelle mit schwarzem Rand</a:t>
            </a:r>
            <a:br>
              <a:rPr lang="de-DE" dirty="0"/>
            </a:br>
            <a:r>
              <a:rPr lang="de-DE" dirty="0"/>
              <a:t>innerer Seitenrand links 0,15 cm, oben z.B. 0,5 cm (für genug Zeilenabstand innerhalb) </a:t>
            </a:r>
          </a:p>
          <a:p>
            <a:endParaRPr lang="en-US" dirty="0"/>
          </a:p>
        </p:txBody>
      </p:sp>
      <p:sp>
        <p:nvSpPr>
          <p:cNvPr id="6" name="Title 5">
            <a:extLst>
              <a:ext uri="{FF2B5EF4-FFF2-40B4-BE49-F238E27FC236}">
                <a16:creationId xmlns:a16="http://schemas.microsoft.com/office/drawing/2014/main" id="{1602C32C-8256-48D8-90FD-4264D4AA6766}"/>
              </a:ext>
            </a:extLst>
          </p:cNvPr>
          <p:cNvSpPr>
            <a:spLocks noGrp="1"/>
          </p:cNvSpPr>
          <p:nvPr>
            <p:ph type="title"/>
          </p:nvPr>
        </p:nvSpPr>
        <p:spPr/>
        <p:txBody>
          <a:bodyPr/>
          <a:lstStyle/>
          <a:p>
            <a:r>
              <a:rPr lang="de-DE" dirty="0"/>
              <a:t>Tabelle – Beispiel 2</a:t>
            </a:r>
            <a:endParaRPr lang="en-US" dirty="0"/>
          </a:p>
        </p:txBody>
      </p:sp>
      <p:graphicFrame>
        <p:nvGraphicFramePr>
          <p:cNvPr id="8" name="Inhaltsplatzhalter 6">
            <a:extLst>
              <a:ext uri="{FF2B5EF4-FFF2-40B4-BE49-F238E27FC236}">
                <a16:creationId xmlns:a16="http://schemas.microsoft.com/office/drawing/2014/main" id="{21165FDA-45FF-4A0B-84AD-49ACB5E17A7A}"/>
              </a:ext>
            </a:extLst>
          </p:cNvPr>
          <p:cNvGraphicFramePr>
            <a:graphicFrameLocks/>
          </p:cNvGraphicFramePr>
          <p:nvPr/>
        </p:nvGraphicFramePr>
        <p:xfrm>
          <a:off x="319088" y="2314575"/>
          <a:ext cx="8509507" cy="1589400"/>
        </p:xfrm>
        <a:graphic>
          <a:graphicData uri="http://schemas.openxmlformats.org/drawingml/2006/table">
            <a:tbl>
              <a:tblPr bandRow="1">
                <a:tableStyleId>{5940675A-B579-460E-94D1-54222C63F5DA}</a:tableStyleId>
              </a:tblPr>
              <a:tblGrid>
                <a:gridCol w="3493889">
                  <a:extLst>
                    <a:ext uri="{9D8B030D-6E8A-4147-A177-3AD203B41FA5}">
                      <a16:colId xmlns:a16="http://schemas.microsoft.com/office/drawing/2014/main" val="20000"/>
                    </a:ext>
                  </a:extLst>
                </a:gridCol>
                <a:gridCol w="5015618">
                  <a:extLst>
                    <a:ext uri="{9D8B030D-6E8A-4147-A177-3AD203B41FA5}">
                      <a16:colId xmlns:a16="http://schemas.microsoft.com/office/drawing/2014/main" val="20001"/>
                    </a:ext>
                  </a:extLst>
                </a:gridCol>
              </a:tblGrid>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Strecke</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39 km/Tag (14.360 km/Jahr)</a:t>
                      </a:r>
                      <a:endParaRPr lang="de-DE" sz="1200" dirty="0">
                        <a:latin typeface="+mn-lt"/>
                      </a:endParaRPr>
                    </a:p>
                  </a:txBody>
                  <a:tcPr marL="54000" marR="0" marT="135000" marB="0" anchor="ctr"/>
                </a:tc>
                <a:extLst>
                  <a:ext uri="{0D108BD9-81ED-4DB2-BD59-A6C34878D82A}">
                    <a16:rowId xmlns:a16="http://schemas.microsoft.com/office/drawing/2014/main" val="10000"/>
                  </a:ext>
                </a:extLst>
              </a:tr>
              <a:tr h="317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Ø - Geschwindigkeit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25 km/h</a:t>
                      </a:r>
                      <a:endParaRPr lang="de-DE" sz="1200" dirty="0">
                        <a:latin typeface="+mn-lt"/>
                      </a:endParaRPr>
                    </a:p>
                  </a:txBody>
                  <a:tcPr marL="54000" marR="0" marT="135000" marB="0" anchor="ctr"/>
                </a:tc>
                <a:extLst>
                  <a:ext uri="{0D108BD9-81ED-4DB2-BD59-A6C34878D82A}">
                    <a16:rowId xmlns:a16="http://schemas.microsoft.com/office/drawing/2014/main" val="10001"/>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Verfügbare Ladezeit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22 h/Tag</a:t>
                      </a:r>
                      <a:endParaRPr lang="de-DE" sz="1200" dirty="0">
                        <a:latin typeface="+mn-lt"/>
                      </a:endParaRPr>
                    </a:p>
                  </a:txBody>
                  <a:tcPr marL="54000" marR="0" marT="135000" marB="0" anchor="ctr"/>
                </a:tc>
                <a:extLst>
                  <a:ext uri="{0D108BD9-81ED-4DB2-BD59-A6C34878D82A}">
                    <a16:rowId xmlns:a16="http://schemas.microsoft.com/office/drawing/2014/main" val="10002"/>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Kosten</a:t>
                      </a:r>
                      <a:endParaRPr lang="de-DE" sz="1200" dirty="0">
                        <a:latin typeface="+mn-lt"/>
                      </a:endParaRPr>
                    </a:p>
                  </a:txBody>
                  <a:tcPr marL="54000" marR="0" marT="13500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Kleinwagen mit Verbrennungsmotor</a:t>
                      </a:r>
                      <a:endParaRPr lang="de-DE" sz="1200" dirty="0">
                        <a:latin typeface="+mn-lt"/>
                      </a:endParaRPr>
                    </a:p>
                  </a:txBody>
                  <a:tcPr marL="54000" marR="0" marT="135000" marB="0" anchor="ctr"/>
                </a:tc>
                <a:extLst>
                  <a:ext uri="{0D108BD9-81ED-4DB2-BD59-A6C34878D82A}">
                    <a16:rowId xmlns:a16="http://schemas.microsoft.com/office/drawing/2014/main" val="10003"/>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Einsatzgebiet</a:t>
                      </a:r>
                      <a:endParaRPr lang="de-DE" sz="1200" b="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Stadt und Umland</a:t>
                      </a:r>
                      <a:endParaRPr lang="de-DE" sz="1200" dirty="0">
                        <a:latin typeface="+mn-lt"/>
                      </a:endParaRPr>
                    </a:p>
                  </a:txBody>
                  <a:tcPr marL="54000" marR="0" marT="13500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13362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C41E1D-513A-4951-B8BD-E9D1D830C7E9}"/>
              </a:ext>
            </a:extLst>
          </p:cNvPr>
          <p:cNvSpPr>
            <a:spLocks noGrp="1"/>
          </p:cNvSpPr>
          <p:nvPr>
            <p:ph type="sldNum" sz="quarter" idx="11"/>
          </p:nvPr>
        </p:nvSpPr>
        <p:spPr/>
        <p:txBody>
          <a:bodyPr/>
          <a:lstStyle/>
          <a:p>
            <a:fld id="{CE58CB1E-F828-4F11-99E0-327109AF9DA4}" type="slidenum">
              <a:rPr lang="de-DE" smtClean="0"/>
              <a:pPr/>
              <a:t>26</a:t>
            </a:fld>
            <a:endParaRPr lang="de-DE" dirty="0"/>
          </a:p>
        </p:txBody>
      </p:sp>
      <p:sp>
        <p:nvSpPr>
          <p:cNvPr id="4" name="Footer Placeholder 3">
            <a:extLst>
              <a:ext uri="{FF2B5EF4-FFF2-40B4-BE49-F238E27FC236}">
                <a16:creationId xmlns:a16="http://schemas.microsoft.com/office/drawing/2014/main" id="{2520F5BC-73DC-4629-911D-0E631C5CA620}"/>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7597AAF7-DC61-4A44-ADCA-D7892B90FA5E}"/>
              </a:ext>
            </a:extLst>
          </p:cNvPr>
          <p:cNvSpPr>
            <a:spLocks noGrp="1"/>
          </p:cNvSpPr>
          <p:nvPr>
            <p:ph type="body" sz="quarter" idx="13"/>
          </p:nvPr>
        </p:nvSpPr>
        <p:spPr/>
        <p:txBody>
          <a:bodyPr/>
          <a:lstStyle/>
          <a:p>
            <a:r>
              <a:rPr lang="de-DE" dirty="0"/>
              <a:t>Nach Möglichkeit linksbündig bleiben</a:t>
            </a:r>
            <a:br>
              <a:rPr lang="de-DE" dirty="0"/>
            </a:br>
            <a:r>
              <a:rPr lang="de-DE" dirty="0"/>
              <a:t>Unnötige Striche und Balken vermeiden</a:t>
            </a:r>
          </a:p>
          <a:p>
            <a:endParaRPr lang="en-US" dirty="0"/>
          </a:p>
        </p:txBody>
      </p:sp>
      <p:sp>
        <p:nvSpPr>
          <p:cNvPr id="6" name="Title 5">
            <a:extLst>
              <a:ext uri="{FF2B5EF4-FFF2-40B4-BE49-F238E27FC236}">
                <a16:creationId xmlns:a16="http://schemas.microsoft.com/office/drawing/2014/main" id="{8410190E-A541-47D8-A69A-DC6B5EC3A868}"/>
              </a:ext>
            </a:extLst>
          </p:cNvPr>
          <p:cNvSpPr>
            <a:spLocks noGrp="1"/>
          </p:cNvSpPr>
          <p:nvPr>
            <p:ph type="title"/>
          </p:nvPr>
        </p:nvSpPr>
        <p:spPr/>
        <p:txBody>
          <a:bodyPr/>
          <a:lstStyle/>
          <a:p>
            <a:r>
              <a:rPr lang="de-DE" dirty="0"/>
              <a:t>Diagramme – Beispiel 1</a:t>
            </a:r>
            <a:endParaRPr lang="en-US" dirty="0"/>
          </a:p>
        </p:txBody>
      </p:sp>
      <p:graphicFrame>
        <p:nvGraphicFramePr>
          <p:cNvPr id="7" name="Inhaltsplatzhalter 13">
            <a:extLst>
              <a:ext uri="{FF2B5EF4-FFF2-40B4-BE49-F238E27FC236}">
                <a16:creationId xmlns:a16="http://schemas.microsoft.com/office/drawing/2014/main" id="{5D431881-0427-4DA1-A74D-D4205A58E906}"/>
              </a:ext>
            </a:extLst>
          </p:cNvPr>
          <p:cNvGraphicFramePr>
            <a:graphicFrameLocks noGrp="1"/>
          </p:cNvGraphicFramePr>
          <p:nvPr>
            <p:ph idx="1"/>
            <p:extLst>
              <p:ext uri="{D42A27DB-BD31-4B8C-83A1-F6EECF244321}">
                <p14:modId xmlns:p14="http://schemas.microsoft.com/office/powerpoint/2010/main" val="2068595699"/>
              </p:ext>
            </p:extLst>
          </p:nvPr>
        </p:nvGraphicFramePr>
        <p:xfrm>
          <a:off x="319088" y="1785938"/>
          <a:ext cx="8509000" cy="2900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53671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6D4518-5728-43E9-AD3C-D24D770B7BBE}"/>
              </a:ext>
            </a:extLst>
          </p:cNvPr>
          <p:cNvSpPr>
            <a:spLocks noGrp="1"/>
          </p:cNvSpPr>
          <p:nvPr>
            <p:ph type="sldNum" sz="quarter" idx="11"/>
          </p:nvPr>
        </p:nvSpPr>
        <p:spPr/>
        <p:txBody>
          <a:bodyPr/>
          <a:lstStyle/>
          <a:p>
            <a:fld id="{CE58CB1E-F828-4F11-99E0-327109AF9DA4}" type="slidenum">
              <a:rPr lang="de-DE" smtClean="0"/>
              <a:pPr/>
              <a:t>27</a:t>
            </a:fld>
            <a:endParaRPr lang="de-DE" dirty="0"/>
          </a:p>
        </p:txBody>
      </p:sp>
      <p:sp>
        <p:nvSpPr>
          <p:cNvPr id="4" name="Footer Placeholder 3">
            <a:extLst>
              <a:ext uri="{FF2B5EF4-FFF2-40B4-BE49-F238E27FC236}">
                <a16:creationId xmlns:a16="http://schemas.microsoft.com/office/drawing/2014/main" id="{AC751C35-FC99-43BB-8693-724BA423B88B}"/>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CEEF6E29-DAA5-42CA-BCDC-C446AC378C82}"/>
              </a:ext>
            </a:extLst>
          </p:cNvPr>
          <p:cNvSpPr>
            <a:spLocks noGrp="1"/>
          </p:cNvSpPr>
          <p:nvPr>
            <p:ph type="title"/>
          </p:nvPr>
        </p:nvSpPr>
        <p:spPr/>
        <p:txBody>
          <a:bodyPr/>
          <a:lstStyle/>
          <a:p>
            <a:r>
              <a:rPr lang="de-DE" dirty="0"/>
              <a:t>Diagramme</a:t>
            </a:r>
            <a:endParaRPr lang="en-US" dirty="0"/>
          </a:p>
        </p:txBody>
      </p:sp>
      <p:graphicFrame>
        <p:nvGraphicFramePr>
          <p:cNvPr id="7" name="Inhaltsplatzhalter 5">
            <a:extLst>
              <a:ext uri="{FF2B5EF4-FFF2-40B4-BE49-F238E27FC236}">
                <a16:creationId xmlns:a16="http://schemas.microsoft.com/office/drawing/2014/main" id="{D449687F-6099-4709-A71D-5A8478389920}"/>
              </a:ext>
            </a:extLst>
          </p:cNvPr>
          <p:cNvGraphicFramePr>
            <a:graphicFrameLocks noGrp="1"/>
          </p:cNvGraphicFramePr>
          <p:nvPr>
            <p:ph idx="1"/>
            <p:extLst>
              <p:ext uri="{D42A27DB-BD31-4B8C-83A1-F6EECF244321}">
                <p14:modId xmlns:p14="http://schemas.microsoft.com/office/powerpoint/2010/main" val="1259597598"/>
              </p:ext>
            </p:extLst>
          </p:nvPr>
        </p:nvGraphicFramePr>
        <p:xfrm>
          <a:off x="319088" y="1785938"/>
          <a:ext cx="8509000" cy="2900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84702021"/>
      </p:ext>
    </p:extLst>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F39E7027-915F-7341-A9EA-C8CBFD2E8FA2}"/>
    </a:ext>
  </a:extLst>
</a:theme>
</file>

<file path=ppt/theme/theme2.xml><?xml version="1.0" encoding="utf-8"?>
<a:theme xmlns:a="http://schemas.openxmlformats.org/drawingml/2006/main" name="Title 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BD7862EB-E8D6-994B-BBF4-6CC3FFF92DD2}"/>
    </a:ext>
  </a:extLst>
</a:theme>
</file>

<file path=ppt/theme/theme4.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16AD8073-F55B-9144-802C-46456E9E217B}"/>
    </a:ext>
  </a:extLst>
</a:theme>
</file>

<file path=ppt/theme/theme5.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741D405E-8307-9B40-9F97-3F5DAC837EF3}"/>
    </a:ext>
  </a:extLst>
</a:theme>
</file>

<file path=ppt/theme/theme6.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4BFAB656-7532-6C41-9541-858AFF7D6765}"/>
    </a:ext>
  </a:extLst>
</a:theme>
</file>

<file path=ppt/theme/theme7.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A724F04A-1212-AA4C-B6F1-157BE88DDFD7}"/>
    </a:ext>
  </a:ext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TUM_Praesentation_p_v1_16-9 (5)</Template>
  <TotalTime>282</TotalTime>
  <Words>1084</Words>
  <Application>Microsoft Macintosh PowerPoint</Application>
  <PresentationFormat>On-screen Show (16:9)</PresentationFormat>
  <Paragraphs>150</Paragraphs>
  <Slides>27</Slides>
  <Notes>1</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27</vt:i4>
      </vt:variant>
    </vt:vector>
  </HeadingPairs>
  <TitlesOfParts>
    <vt:vector size="39" baseType="lpstr">
      <vt:lpstr>Arial</vt:lpstr>
      <vt:lpstr>Calibri</vt:lpstr>
      <vt:lpstr>Courier New</vt:lpstr>
      <vt:lpstr>Symbol</vt:lpstr>
      <vt:lpstr>Wingdings</vt:lpstr>
      <vt:lpstr>Titel 1</vt:lpstr>
      <vt:lpstr>Title Blank</vt:lpstr>
      <vt:lpstr>Titel 2</vt:lpstr>
      <vt:lpstr>Titel 3</vt:lpstr>
      <vt:lpstr>Inhalt</vt:lpstr>
      <vt:lpstr>Kapiteltrenner blau</vt:lpstr>
      <vt:lpstr>Kapiteltrenner schwarz</vt:lpstr>
      <vt:lpstr>PowerPoint Presentation</vt:lpstr>
      <vt:lpstr>PowerPoint Presentation</vt:lpstr>
      <vt:lpstr>PowerPoint Presentation</vt:lpstr>
      <vt:lpstr>PowerPoint Presentation</vt:lpstr>
      <vt:lpstr>PowerPoint Presentation</vt:lpstr>
      <vt:lpstr>Title Page</vt:lpstr>
      <vt:lpstr>Contents</vt:lpstr>
      <vt:lpstr>Slide Master</vt:lpstr>
      <vt:lpstr>Gültigkeit der Masterfolien</vt:lpstr>
      <vt:lpstr>Grundlage der Masterfolien</vt:lpstr>
      <vt:lpstr>Schrift</vt:lpstr>
      <vt:lpstr>Farben</vt:lpstr>
      <vt:lpstr>Texte</vt:lpstr>
      <vt:lpstr>Bilder - Allgemein</vt:lpstr>
      <vt:lpstr>Aufzählung</vt:lpstr>
      <vt:lpstr>Bilder</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Tian</dc:creator>
  <cp:lastModifiedBy>Emirhan Nadir Karaman</cp:lastModifiedBy>
  <cp:revision>10</cp:revision>
  <cp:lastPrinted>2015-07-30T14:04:45Z</cp:lastPrinted>
  <dcterms:created xsi:type="dcterms:W3CDTF">2020-10-03T23:03:33Z</dcterms:created>
  <dcterms:modified xsi:type="dcterms:W3CDTF">2026-07-25T14:10:24Z</dcterms:modified>
</cp:coreProperties>
</file>